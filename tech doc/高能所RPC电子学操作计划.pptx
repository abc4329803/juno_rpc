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55FDA-71B8-4127-BAFB-6C77CEC3C8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FA8757C-E374-46C2-B130-9BC5B0344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4CDFFE-6093-47BC-83DD-16FD8407C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D0B53-BDEB-47C4-B3BE-264F3A652A8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383641-C25F-469C-98EE-CD78AE91B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EC784F-90A9-420A-A4D6-A3BC019A9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E8190-3E23-4FA8-9BA4-CDDD1D8EA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185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622E80-C8EC-46B8-849E-273632055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824474-175E-41B3-A594-C4A684607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F85FC3-6941-4025-966D-8355BA968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D0B53-BDEB-47C4-B3BE-264F3A652A8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E84DF4-A5E9-4B72-9243-100F7846C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363185-5F50-4C75-B0DC-AD46FD3C4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E8190-3E23-4FA8-9BA4-CDDD1D8EA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396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690C6F-8E39-4495-8D53-C24F03148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4DF0B2-03CB-4785-AAA2-FA346D45C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A2C565-5E9A-4DDF-B3C7-A4A38F8C6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D0B53-BDEB-47C4-B3BE-264F3A652A8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896DA0-E365-46C8-9626-472B06A7C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04EF29-95C9-4DA5-99FC-BE0362981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E8190-3E23-4FA8-9BA4-CDDD1D8EA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20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34F4B6-458C-4C00-A2E0-03D79C3E1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B8B263-2D57-4EB3-B7AA-8CC6BAE594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BE7407-C0D7-41FD-A727-AD25893270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1BA6EE-38BA-462A-9607-395184F87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D0B53-BDEB-47C4-B3BE-264F3A652A8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DB0215-7C3E-46E3-B04C-4580CE9ED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1A516C-38AE-40EF-929C-9DEB81BF1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E8190-3E23-4FA8-9BA4-CDDD1D8EA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080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1DF7AB-F265-4B37-9557-B63733049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6FB68F-A6F8-4043-8FC3-90997948A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C04679-0CAC-44EE-B0C2-43DF8D872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26C165A-D8E1-400D-A459-7005BB8AAE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216DA2E-C64E-4E4D-8661-103075E877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BCF8F7C-EDD2-45C4-97BA-A7F7E3BFE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D0B53-BDEB-47C4-B3BE-264F3A652A8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2892788-57C4-4024-BCD5-B1E60152E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6D1B685-782C-422D-98DC-5F8B2C9A6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E8190-3E23-4FA8-9BA4-CDDD1D8EA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172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F86C33-C64C-43B1-8BA3-510E9A0CF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50EFE2A-DC77-4F2A-BDCF-79347675A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D0B53-BDEB-47C4-B3BE-264F3A652A8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4EEA634-F13D-4428-932C-4452543D2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8788AEA-3DBA-4AD4-A155-DCB0E0459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E8190-3E23-4FA8-9BA4-CDDD1D8EA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980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6943001-B891-4D2B-829E-56182A6A4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D0B53-BDEB-47C4-B3BE-264F3A652A8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40D9C8B-AC18-4107-A27B-32C4AAB63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2A7598-85B4-409A-84D4-7171F3ED4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E8190-3E23-4FA8-9BA4-CDDD1D8EA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191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5682F3-524D-49F0-8E2D-E171FBB1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595CDF-33D0-46EC-996C-83FD2F51F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1A5447-6882-4855-9B83-0593F37150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3DE7B0-2522-4F54-995A-37913545B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D0B53-BDEB-47C4-B3BE-264F3A652A8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F053ED-0AE2-45DD-A0A9-3262AE4DD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8D4BBE-93AB-4E80-AAC6-C6ED34A7D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E8190-3E23-4FA8-9BA4-CDDD1D8EA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017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EE866-0294-450F-B3AB-E804668B5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4982120-E016-4E36-B898-22B1387733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D6B863-9407-456A-B5E3-BD3654996E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24836C-0493-4A86-BAF7-62728D267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D0B53-BDEB-47C4-B3BE-264F3A652A8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1BBC9-6807-41DB-B736-14769BCE3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B7D617-E55D-4C22-8F87-B54F65643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E8190-3E23-4FA8-9BA4-CDDD1D8EA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409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DC89A3-8993-48AA-8F79-13C8B7937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4E4AD94-7D6C-4E87-9957-758B2081CE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E15D7C-C60B-44C1-9915-A09BD8A0F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D0B53-BDEB-47C4-B3BE-264F3A652A8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2D539C-4980-404B-A9A2-9C8BA7A67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DCBD12-9E04-4032-8155-CD8F64228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E8190-3E23-4FA8-9BA4-CDDD1D8EA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219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2EE2290-843E-4118-A945-725B80B327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DF2E66-131D-416F-8774-876F57D397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5AF28F-F78F-4819-AA5C-53597BD75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D0B53-BDEB-47C4-B3BE-264F3A652A8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99BF0E-D6CE-4427-9C83-5E54BA1F6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1C4C36-CD1E-4454-8D6D-C808EECF6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E8190-3E23-4FA8-9BA4-CDDD1D8EA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762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EF232DD-0A43-438E-B37E-F23F0B6AA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D1A4C6-A91F-45F2-949E-EB93AD8E2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A22C3F-F683-4BBA-885E-18BCBD96AF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D0B53-BDEB-47C4-B3BE-264F3A652A81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9A06C6-4F83-4AC3-AC2D-E944D8C905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FB1EA3-93B2-4C91-A8E2-B55C2A9F4D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CE8190-3E23-4FA8-9BA4-CDDD1D8EA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518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E78790-1F66-4EDD-93B3-29782892BC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3E4495-1E81-4676-8A5B-DD37482BB3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46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7633A4-F291-4EDB-B135-8FEC984AE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13E173-4EE7-469E-8529-310BE21A9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dirty="0"/>
              <a:t>组装机箱内部的</a:t>
            </a:r>
            <a:r>
              <a:rPr lang="en-US" dirty="0"/>
              <a:t>PCB</a:t>
            </a:r>
            <a:r>
              <a:rPr lang="zh-CN" altLang="en-US" dirty="0"/>
              <a:t>和连线；</a:t>
            </a:r>
            <a:endParaRPr lang="en-US" dirty="0"/>
          </a:p>
          <a:p>
            <a:pPr lvl="0"/>
            <a:r>
              <a:rPr lang="zh-CN" altLang="en-US" dirty="0"/>
              <a:t>上电做链路测试，由前端的</a:t>
            </a:r>
            <a:r>
              <a:rPr lang="en-US" dirty="0"/>
              <a:t>TDC</a:t>
            </a:r>
            <a:r>
              <a:rPr lang="zh-CN" altLang="en-US" dirty="0"/>
              <a:t>板产生周期性事例来确认系统是否正常，由于小白兔交换机没有到位，计划用末端板的晶振产生时钟；</a:t>
            </a:r>
            <a:endParaRPr lang="en-US" dirty="0"/>
          </a:p>
          <a:p>
            <a:pPr lvl="0"/>
            <a:r>
              <a:rPr lang="zh-CN" altLang="en-US" dirty="0"/>
              <a:t>用快温变老化系统；</a:t>
            </a:r>
            <a:endParaRPr lang="en-US" dirty="0"/>
          </a:p>
          <a:p>
            <a:pPr lvl="0"/>
            <a:r>
              <a:rPr lang="zh-CN" altLang="en-US" dirty="0"/>
              <a:t>老化结束后，先不拿出来，直接在温箱测试是否正常；</a:t>
            </a:r>
            <a:endParaRPr lang="en-US" dirty="0"/>
          </a:p>
          <a:p>
            <a:pPr lvl="0"/>
            <a:r>
              <a:rPr lang="zh-CN" altLang="en-US" dirty="0"/>
              <a:t>确认板子正常后，喷涂三防漆（具体步骤见后面）；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447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CDF6EC-CAFC-45EE-8649-573A15F51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3B86B5-FE3C-4E10-B602-C060F58FB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取出来先喷清洗液（甲基戊烷和二甲基戊烷）对板子清洗；</a:t>
            </a:r>
            <a:endParaRPr lang="en-US" altLang="zh-CN" dirty="0"/>
          </a:p>
          <a:p>
            <a:r>
              <a:rPr lang="zh-CN" altLang="en-US" dirty="0"/>
              <a:t>然后在</a:t>
            </a:r>
            <a:r>
              <a:rPr lang="en-US" altLang="zh-CN" dirty="0"/>
              <a:t>60</a:t>
            </a:r>
            <a:r>
              <a:rPr lang="zh-CN" altLang="en-US" dirty="0"/>
              <a:t>度下烘烤</a:t>
            </a:r>
            <a:r>
              <a:rPr lang="en-US" altLang="zh-CN" dirty="0"/>
              <a:t>30</a:t>
            </a:r>
            <a:r>
              <a:rPr lang="zh-CN" altLang="en-US" dirty="0"/>
              <a:t>分钟；</a:t>
            </a:r>
            <a:endParaRPr lang="en-US" altLang="zh-CN" dirty="0"/>
          </a:p>
          <a:p>
            <a:r>
              <a:rPr lang="zh-CN" altLang="en-US" dirty="0"/>
              <a:t>贴上无痕胶带，盖住接插件的位置（以及</a:t>
            </a:r>
            <a:r>
              <a:rPr lang="en-US" altLang="zh-CN" dirty="0"/>
              <a:t>FPGA</a:t>
            </a:r>
            <a:r>
              <a:rPr lang="zh-CN" altLang="en-US" dirty="0"/>
              <a:t>和电源芯片等发热量器件顶部盖住，避免三防漆影响散热）；</a:t>
            </a:r>
            <a:endParaRPr lang="en-US" altLang="zh-CN" dirty="0"/>
          </a:p>
          <a:p>
            <a:r>
              <a:rPr lang="zh-CN" altLang="en-US" dirty="0"/>
              <a:t>然后喷涂快干的三防漆；</a:t>
            </a:r>
            <a:endParaRPr lang="en-US" altLang="zh-CN" dirty="0"/>
          </a:p>
          <a:p>
            <a:r>
              <a:rPr lang="zh-CN" altLang="en-US" dirty="0"/>
              <a:t>喷完后等待</a:t>
            </a:r>
            <a:r>
              <a:rPr lang="en-US" altLang="zh-CN" dirty="0"/>
              <a:t>60</a:t>
            </a:r>
            <a:r>
              <a:rPr lang="zh-CN" altLang="en-US" dirty="0"/>
              <a:t>分钟后装箱；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14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5DD028-84D8-4F78-BFD4-BD5C1EC28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拟使用的物品</a:t>
            </a:r>
            <a:endParaRPr 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501F4F3-7CE5-437A-99CF-D2362BC16A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655" y="1766888"/>
            <a:ext cx="1958102" cy="4351338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70CEF52-86A4-4594-B3A8-2CF5D609D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488" y="1690688"/>
            <a:ext cx="1958102" cy="435133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6F3FFBB-FEB4-461D-952F-B7B0A0340614}"/>
              </a:ext>
            </a:extLst>
          </p:cNvPr>
          <p:cNvSpPr txBox="1"/>
          <p:nvPr/>
        </p:nvSpPr>
        <p:spPr>
          <a:xfrm>
            <a:off x="2311400" y="6282267"/>
            <a:ext cx="1380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清洗液</a:t>
            </a:r>
            <a:endParaRPr 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7BC7025-950C-4B94-8C85-CC3B8EA83E91}"/>
              </a:ext>
            </a:extLst>
          </p:cNvPr>
          <p:cNvSpPr txBox="1"/>
          <p:nvPr/>
        </p:nvSpPr>
        <p:spPr>
          <a:xfrm>
            <a:off x="8085667" y="6273801"/>
            <a:ext cx="1380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三防漆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402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166</Words>
  <Application>Microsoft Office PowerPoint</Application>
  <PresentationFormat>宽屏</PresentationFormat>
  <Paragraphs>13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拟使用的物品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DELL</cp:lastModifiedBy>
  <cp:revision>11</cp:revision>
  <dcterms:created xsi:type="dcterms:W3CDTF">2026-02-05T08:41:34Z</dcterms:created>
  <dcterms:modified xsi:type="dcterms:W3CDTF">2026-02-05T12:57:01Z</dcterms:modified>
</cp:coreProperties>
</file>