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0" r:id="rId7"/>
    <p:sldId id="259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135593c22d12fa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972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28T21:14:47.127" idx="1">
    <p:pos x="2129" y="2216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FD6A44-82D3-4B48-A21F-0F1AE3AC4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735C9A-D8A7-4AA3-AF74-829D49EDD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1784DE-71B2-452E-89B6-86D837466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2DDA-6CDF-4898-A526-115913AB117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F7E7F2-AD4F-48E3-8EC4-AC5A151CF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9C0CCB-4719-423A-8DD0-90D576211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D163-CC06-4A26-BE1F-F98F7B18A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3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5FC48-1B84-4858-986F-85F8FA2E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C6E266-C089-459B-9B0F-1864E9CDC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A7FDB8-603F-4007-9E7E-2AD8B8B34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2DDA-6CDF-4898-A526-115913AB117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8CD899-D2C3-4057-B821-888D8F559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A05AA4-A44B-4628-ABB9-AF6F12D3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D163-CC06-4A26-BE1F-F98F7B18A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222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F09E7-2CF4-4CDC-A7CE-F7FAE6294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C3F2E9-BD8F-4F13-A08C-AF35031BD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3AC309-F742-4A07-9F2D-CAC2C2437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2DDA-6CDF-4898-A526-115913AB117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3CC163-5F8B-4CA1-B426-9468B2D09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262941-6256-4AB0-AFD9-EF6EE9844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D163-CC06-4A26-BE1F-F98F7B18A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9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AE361-FD57-4124-AE38-5F24E6122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9450B8-89C2-4CCD-BB85-AAC7E6551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036123-FDD5-489A-9843-8155ACA32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43D011-910F-4F7C-B2A5-962F56D8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2DDA-6CDF-4898-A526-115913AB117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3B163D-F853-455F-A12D-13D20138E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4DBD1F-D3CD-4126-853E-04B97590B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D163-CC06-4A26-BE1F-F98F7B18A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61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AC0C4-58EF-4FAC-ACF6-0FFC36E75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E9EF1C-76D5-4028-B2BD-8E954B6AE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BD4E23-EA78-4318-85B6-E47E16C37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9EB0FE1-BCDF-4E1B-8904-5F007391A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7721C9-C944-46C4-9DDE-1C0FC308B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C8B796-0362-4613-8CF9-09A8394A4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2DDA-6CDF-4898-A526-115913AB117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02FFAAA-BA88-4EFB-8212-89ADBCEF2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BDC6E-97DC-4014-9CD0-68F871A55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D163-CC06-4A26-BE1F-F98F7B18A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0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C2965F-9C70-4138-AA97-1EADC995F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C807AA-3BEE-41A7-BF34-7C23E3F1F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2DDA-6CDF-4898-A526-115913AB117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90AB9D-56CD-4310-812E-C4DEB2D9B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420CB3-A6B6-4339-AE6A-3D224A062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D163-CC06-4A26-BE1F-F98F7B18A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9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05FA8B9-03E4-4AAD-92A0-47642DDA1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2DDA-6CDF-4898-A526-115913AB117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AC2EBE2-97A8-4552-BB36-29D9CC98E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FF83C7-2845-4923-8B18-9763D5006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D163-CC06-4A26-BE1F-F98F7B18A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00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17507B-A4B1-404A-AF7C-DDDFD51E4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DC3D45-7930-4084-A98E-721CC7EA7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907521-EAA7-4B08-AE56-C4FF751B6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A7CA2B-3CCE-4852-94D5-573096A99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2DDA-6CDF-4898-A526-115913AB117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FDBF54-26C8-4D7A-B11C-847E60E82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9F1E1D-421D-48ED-8C02-16A30C6F2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D163-CC06-4A26-BE1F-F98F7B18A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25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BB819B-5C63-41D3-8F03-FD5AB569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3B29C6C-984E-4C11-9D7B-1721E6789F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75E4F5-A136-4A2D-90A0-4B1D985B3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6E82C0-848F-42B0-9559-28BA3A6B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2DDA-6CDF-4898-A526-115913AB117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517A7E-AFD4-49F9-96E2-A2C30DAE6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3BC67E-665C-4939-8EB0-2EF7DFC4C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D163-CC06-4A26-BE1F-F98F7B18A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30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94BB36-27FF-464C-9217-143099126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FC5CEA-9C80-4B2B-9FE5-41EF33EDC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B2FCD6-70BE-47C9-B812-0631A295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2DDA-6CDF-4898-A526-115913AB117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0EB646-034C-432C-B1BB-A19BB7E22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E23CD-EFB4-48A5-B92E-F1F71B8E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D163-CC06-4A26-BE1F-F98F7B18A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35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8E16DA-9DCB-4A6B-B586-CDCA82CE4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29635D-DB3C-4E19-8010-D306E5C5E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523724-C2B9-45CB-9B53-FE7FF1558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2DDA-6CDF-4898-A526-115913AB117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893631-0646-4EF9-9DD3-CC51B2DF3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EF7F33-7585-469E-85D2-4D0C6BB0D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D163-CC06-4A26-BE1F-F98F7B18A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37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9A2457F-C7A5-4F12-A864-B1F336DB8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54ECE2-4174-4180-AF9D-3C4DE982A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5A98A6-1459-4848-AA1E-CB47C22F9B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A2DDA-6CDF-4898-A526-115913AB117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9E02ED-201C-4C0F-8662-7ECE6A44E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AD5F27-9F71-43D2-B269-349E684CC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8D163-CC06-4A26-BE1F-F98F7B18A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70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A83FAF-3C79-4CDF-9D34-F8192CFD77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16168D-E99A-4A3C-BED4-1B2A006C27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130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030A8-DF50-4568-BAFA-DE088967C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后续的花费</a:t>
            </a:r>
            <a:endParaRPr 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6A0B27CF-1492-465E-9806-D6D55530DF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4693220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4734513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738792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305130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48120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厂家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价格（元）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备注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754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PCB</a:t>
                      </a:r>
                      <a:r>
                        <a:rPr lang="zh-CN" altLang="en-US" dirty="0"/>
                        <a:t>加工和焊接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苏州思普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6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电源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株洲福德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136000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8500*16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051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线缆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r>
                        <a:rPr lang="zh-CN" altLang="en-US" dirty="0"/>
                        <a:t>种线缆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73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机柜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  <a:r>
                        <a:rPr lang="zh-CN" altLang="en-US" dirty="0"/>
                        <a:t>个机柜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404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小白兔交换机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清华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4000*2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055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安装人工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安德远通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待定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669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合计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554680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998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4318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62A19-F89F-4EEF-84B7-0EEF8C3F1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线缆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E603FA-D250-4CCF-8847-98F1F1ABA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 </a:t>
            </a:r>
            <a:r>
              <a:rPr lang="zh-CN" altLang="en-US" dirty="0"/>
              <a:t>带屏蔽</a:t>
            </a:r>
            <a:r>
              <a:rPr lang="en-US" dirty="0"/>
              <a:t>6</a:t>
            </a:r>
            <a:r>
              <a:rPr lang="zh-CN" altLang="en-US" dirty="0"/>
              <a:t>类线</a:t>
            </a:r>
            <a:r>
              <a:rPr lang="en-US" dirty="0"/>
              <a:t> </a:t>
            </a:r>
            <a:r>
              <a:rPr lang="zh-CN" altLang="en-US" dirty="0"/>
              <a:t>，拟用江门</a:t>
            </a:r>
            <a:r>
              <a:rPr lang="en-US" altLang="zh-CN" dirty="0"/>
              <a:t>LPMT</a:t>
            </a:r>
            <a:r>
              <a:rPr lang="zh-CN" altLang="en-US" dirty="0"/>
              <a:t>剩余线缆让安德远通制作，但是需要买水晶头，需要的线缆数量为</a:t>
            </a:r>
            <a:r>
              <a:rPr lang="en-US" altLang="zh-CN" dirty="0"/>
              <a:t>16*36=576</a:t>
            </a:r>
            <a:r>
              <a:rPr lang="zh-CN" altLang="en-US" dirty="0"/>
              <a:t>，水晶头</a:t>
            </a:r>
            <a:r>
              <a:rPr lang="en-US" altLang="zh-CN" dirty="0"/>
              <a:t>5</a:t>
            </a:r>
            <a:r>
              <a:rPr lang="zh-CN" altLang="en-US" dirty="0"/>
              <a:t>元</a:t>
            </a:r>
            <a:r>
              <a:rPr lang="en-US" altLang="zh-CN" dirty="0"/>
              <a:t>/</a:t>
            </a:r>
            <a:r>
              <a:rPr lang="zh-CN" altLang="en-US" dirty="0"/>
              <a:t>个，总共是</a:t>
            </a:r>
            <a:r>
              <a:rPr lang="en-US" altLang="zh-CN" dirty="0"/>
              <a:t>576*5*2</a:t>
            </a:r>
            <a:r>
              <a:rPr lang="zh-CN" altLang="en-US" dirty="0"/>
              <a:t>约等于</a:t>
            </a:r>
            <a:r>
              <a:rPr lang="en-US" altLang="zh-CN" dirty="0"/>
              <a:t>6000</a:t>
            </a:r>
            <a:r>
              <a:rPr lang="zh-CN" altLang="en-US" dirty="0"/>
              <a:t>元；</a:t>
            </a:r>
            <a:endParaRPr lang="en-US" altLang="zh-CN" dirty="0"/>
          </a:p>
          <a:p>
            <a:r>
              <a:rPr lang="en-US" dirty="0"/>
              <a:t>2.  </a:t>
            </a:r>
            <a:r>
              <a:rPr lang="en-US" altLang="zh-CN" dirty="0"/>
              <a:t>FPC</a:t>
            </a:r>
            <a:r>
              <a:rPr lang="zh-CN" altLang="en-US" dirty="0"/>
              <a:t>线缆，需要</a:t>
            </a:r>
            <a:r>
              <a:rPr lang="en-US" altLang="zh-CN" dirty="0"/>
              <a:t>1080</a:t>
            </a:r>
            <a:r>
              <a:rPr lang="zh-CN" altLang="en-US" dirty="0"/>
              <a:t>根，</a:t>
            </a:r>
            <a:r>
              <a:rPr lang="en-US" altLang="zh-CN" dirty="0"/>
              <a:t>40</a:t>
            </a:r>
            <a:r>
              <a:rPr lang="zh-CN" altLang="en-US" dirty="0"/>
              <a:t>元</a:t>
            </a:r>
            <a:r>
              <a:rPr lang="en-US" altLang="zh-CN" dirty="0"/>
              <a:t>/</a:t>
            </a:r>
            <a:r>
              <a:rPr lang="zh-CN" altLang="en-US" dirty="0"/>
              <a:t>根（</a:t>
            </a:r>
            <a:r>
              <a:rPr lang="en-US" altLang="zh-CN" dirty="0"/>
              <a:t>20 cm</a:t>
            </a:r>
            <a:r>
              <a:rPr lang="zh-CN" altLang="en-US" dirty="0"/>
              <a:t>长），总共是</a:t>
            </a:r>
            <a:r>
              <a:rPr lang="en-US" altLang="zh-CN" dirty="0"/>
              <a:t>1080*40=43200</a:t>
            </a:r>
            <a:r>
              <a:rPr lang="zh-CN" altLang="en-US" dirty="0"/>
              <a:t>元；</a:t>
            </a:r>
            <a:endParaRPr lang="en-US" altLang="zh-CN" dirty="0"/>
          </a:p>
          <a:p>
            <a:r>
              <a:rPr lang="en-US" dirty="0"/>
              <a:t>3. </a:t>
            </a:r>
            <a:r>
              <a:rPr lang="zh-CN" altLang="en-US" dirty="0"/>
              <a:t>小白兔铠装光纤，需要</a:t>
            </a:r>
            <a:r>
              <a:rPr lang="en-US" altLang="zh-CN" dirty="0"/>
              <a:t>20</a:t>
            </a:r>
            <a:r>
              <a:rPr lang="zh-CN" altLang="en-US" dirty="0"/>
              <a:t>根， </a:t>
            </a:r>
            <a:r>
              <a:rPr lang="en-US" altLang="zh-CN" dirty="0"/>
              <a:t>600</a:t>
            </a:r>
            <a:r>
              <a:rPr lang="zh-CN" altLang="en-US" dirty="0"/>
              <a:t>元</a:t>
            </a:r>
            <a:r>
              <a:rPr lang="en-US" altLang="zh-CN" dirty="0"/>
              <a:t>/</a:t>
            </a:r>
            <a:r>
              <a:rPr lang="zh-CN" altLang="en-US" dirty="0"/>
              <a:t>根，总共是</a:t>
            </a:r>
            <a:r>
              <a:rPr lang="en-US" altLang="zh-CN" dirty="0"/>
              <a:t>12000</a:t>
            </a:r>
            <a:r>
              <a:rPr lang="zh-CN" altLang="en-US" dirty="0"/>
              <a:t>元；</a:t>
            </a:r>
            <a:endParaRPr lang="en-US" altLang="zh-CN" dirty="0"/>
          </a:p>
          <a:p>
            <a:r>
              <a:rPr lang="en-US" dirty="0"/>
              <a:t>4. </a:t>
            </a:r>
            <a:r>
              <a:rPr lang="zh-CN" altLang="en-US" dirty="0"/>
              <a:t>电源线，需要</a:t>
            </a:r>
            <a:r>
              <a:rPr lang="en-US" altLang="zh-CN" dirty="0"/>
              <a:t>16*12*2+16=400</a:t>
            </a:r>
            <a:r>
              <a:rPr lang="zh-CN" altLang="en-US" dirty="0"/>
              <a:t>根，</a:t>
            </a:r>
            <a:r>
              <a:rPr lang="en-US" altLang="zh-CN" dirty="0"/>
              <a:t>5</a:t>
            </a:r>
            <a:r>
              <a:rPr lang="zh-CN" altLang="en-US" dirty="0"/>
              <a:t>元</a:t>
            </a:r>
            <a:r>
              <a:rPr lang="en-US" altLang="zh-CN" dirty="0"/>
              <a:t>/</a:t>
            </a:r>
            <a:r>
              <a:rPr lang="zh-CN" altLang="en-US" dirty="0"/>
              <a:t>根（带上电源端子，线长</a:t>
            </a:r>
            <a:r>
              <a:rPr lang="en-US" altLang="zh-CN" dirty="0"/>
              <a:t>2m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平方），总共</a:t>
            </a:r>
            <a:r>
              <a:rPr lang="en-US" altLang="zh-CN" dirty="0"/>
              <a:t>2000</a:t>
            </a:r>
            <a:r>
              <a:rPr lang="zh-CN" altLang="en-US" dirty="0"/>
              <a:t>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53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8FE38-B972-4D36-8B04-2788D3B30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电缆规格（</a:t>
            </a:r>
            <a:r>
              <a:rPr lang="en-US" altLang="zh-CN" dirty="0"/>
              <a:t>14x12x6=1008</a:t>
            </a:r>
            <a:r>
              <a:rPr lang="zh-CN" altLang="en-US" dirty="0"/>
              <a:t>）</a:t>
            </a:r>
            <a:endParaRPr 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2CE4D9F7-D0E8-4552-96A6-A244CA0884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2641641"/>
              </p:ext>
            </p:extLst>
          </p:nvPr>
        </p:nvGraphicFramePr>
        <p:xfrm>
          <a:off x="838200" y="1825625"/>
          <a:ext cx="10515600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50637433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5211461"/>
                    </a:ext>
                  </a:extLst>
                </a:gridCol>
                <a:gridCol w="3219027">
                  <a:extLst>
                    <a:ext uri="{9D8B030D-6E8A-4147-A177-3AD203B41FA5}">
                      <a16:colId xmlns:a16="http://schemas.microsoft.com/office/drawing/2014/main" val="117080509"/>
                    </a:ext>
                  </a:extLst>
                </a:gridCol>
                <a:gridCol w="987213">
                  <a:extLst>
                    <a:ext uri="{9D8B030D-6E8A-4147-A177-3AD203B41FA5}">
                      <a16:colId xmlns:a16="http://schemas.microsoft.com/office/drawing/2014/main" val="419279021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498055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名称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备注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单位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323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带全屏蔽的</a:t>
                      </a:r>
                      <a:r>
                        <a:rPr lang="en-US" dirty="0"/>
                        <a:t>6</a:t>
                      </a:r>
                      <a:r>
                        <a:rPr lang="zh-CN" altLang="en-US" dirty="0"/>
                        <a:t>类线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altLang="zh-CN" dirty="0"/>
                        <a:t>m</a:t>
                      </a:r>
                      <a:r>
                        <a:rPr lang="zh-CN" altLang="en-US" dirty="0"/>
                        <a:t>长，要求</a:t>
                      </a:r>
                      <a:r>
                        <a:rPr lang="en-US" altLang="zh-CN" dirty="0"/>
                        <a:t>4</a:t>
                      </a:r>
                      <a:r>
                        <a:rPr lang="zh-CN" altLang="en-US" dirty="0"/>
                        <a:t>对双绞线有个共同的屏蔽层，直连线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108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FPC</a:t>
                      </a:r>
                      <a:r>
                        <a:rPr lang="zh-CN" altLang="en-US" dirty="0"/>
                        <a:t>线缆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</a:t>
                      </a:r>
                      <a:r>
                        <a:rPr lang="zh-CN" altLang="en-US" dirty="0"/>
                        <a:t>针，双面屏蔽，反向，</a:t>
                      </a:r>
                      <a:r>
                        <a:rPr lang="en-US" altLang="zh-CN" dirty="0"/>
                        <a:t>30 cm</a:t>
                      </a:r>
                      <a:r>
                        <a:rPr lang="zh-CN" altLang="en-US" dirty="0"/>
                        <a:t>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102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电源线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2m</a:t>
                      </a:r>
                      <a:r>
                        <a:rPr lang="zh-CN" altLang="en-US" dirty="0"/>
                        <a:t>长，单端带绿色电源端子，双绞，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带屏蔽层</a:t>
                      </a:r>
                      <a:r>
                        <a:rPr lang="zh-CN" altLang="en-US" dirty="0"/>
                        <a:t>，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根一组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33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同轴线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两端</a:t>
                      </a:r>
                      <a:r>
                        <a:rPr lang="en-US" altLang="zh-CN" dirty="0"/>
                        <a:t>SMA</a:t>
                      </a:r>
                      <a:r>
                        <a:rPr lang="zh-CN" altLang="en-US" dirty="0"/>
                        <a:t>，</a:t>
                      </a:r>
                      <a:r>
                        <a:rPr lang="en-US" altLang="zh-CN" dirty="0"/>
                        <a:t>2m</a:t>
                      </a:r>
                      <a:r>
                        <a:rPr lang="zh-CN" altLang="en-US" dirty="0"/>
                        <a:t>长，特氟龙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42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同轴线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两端</a:t>
                      </a:r>
                      <a:r>
                        <a:rPr lang="en-US" altLang="zh-CN" dirty="0"/>
                        <a:t>SMA</a:t>
                      </a:r>
                      <a:r>
                        <a:rPr lang="zh-CN" altLang="en-US" dirty="0"/>
                        <a:t>，</a:t>
                      </a:r>
                      <a:r>
                        <a:rPr lang="en-US" altLang="zh-CN" dirty="0"/>
                        <a:t>10cm</a:t>
                      </a:r>
                      <a:r>
                        <a:rPr lang="zh-CN" altLang="en-US" dirty="0"/>
                        <a:t>长，特氟龙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38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8185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8FE38-B972-4D36-8B04-2788D3B30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电缆规格</a:t>
            </a:r>
            <a:endParaRPr 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2CE4D9F7-D0E8-4552-96A6-A244CA0884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020789"/>
              </p:ext>
            </p:extLst>
          </p:nvPr>
        </p:nvGraphicFramePr>
        <p:xfrm>
          <a:off x="838200" y="1825625"/>
          <a:ext cx="10515600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50637433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5211461"/>
                    </a:ext>
                  </a:extLst>
                </a:gridCol>
                <a:gridCol w="3219027">
                  <a:extLst>
                    <a:ext uri="{9D8B030D-6E8A-4147-A177-3AD203B41FA5}">
                      <a16:colId xmlns:a16="http://schemas.microsoft.com/office/drawing/2014/main" val="117080509"/>
                    </a:ext>
                  </a:extLst>
                </a:gridCol>
                <a:gridCol w="987213">
                  <a:extLst>
                    <a:ext uri="{9D8B030D-6E8A-4147-A177-3AD203B41FA5}">
                      <a16:colId xmlns:a16="http://schemas.microsoft.com/office/drawing/2014/main" val="419279021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498055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名称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备注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323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带全屏蔽的</a:t>
                      </a:r>
                      <a:r>
                        <a:rPr lang="en-US" dirty="0"/>
                        <a:t>6</a:t>
                      </a:r>
                      <a:r>
                        <a:rPr lang="zh-CN" altLang="en-US" dirty="0"/>
                        <a:t>类线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altLang="zh-CN" dirty="0"/>
                        <a:t>m</a:t>
                      </a:r>
                      <a:r>
                        <a:rPr lang="zh-CN" altLang="en-US" dirty="0"/>
                        <a:t>长，要求</a:t>
                      </a:r>
                      <a:r>
                        <a:rPr lang="en-US" altLang="zh-CN" dirty="0"/>
                        <a:t>4</a:t>
                      </a:r>
                      <a:r>
                        <a:rPr lang="zh-CN" altLang="en-US" dirty="0"/>
                        <a:t>对双绞线有个共同的屏蔽层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108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FPC</a:t>
                      </a:r>
                      <a:r>
                        <a:rPr lang="zh-CN" altLang="en-US" dirty="0"/>
                        <a:t>线缆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</a:t>
                      </a:r>
                      <a:r>
                        <a:rPr lang="zh-CN" altLang="en-US" dirty="0"/>
                        <a:t>针，双面屏蔽，反向，</a:t>
                      </a:r>
                      <a:r>
                        <a:rPr lang="en-US" altLang="zh-CN" dirty="0"/>
                        <a:t>30 cm</a:t>
                      </a:r>
                      <a:r>
                        <a:rPr lang="zh-CN" altLang="en-US" dirty="0"/>
                        <a:t>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102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电源线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2m</a:t>
                      </a:r>
                      <a:r>
                        <a:rPr lang="zh-CN" altLang="en-US" dirty="0"/>
                        <a:t>长，单端带绿色电源端子，双绞，带屏蔽层，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根一组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33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42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38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367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1AB686-299F-43EC-B025-B941CA03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需要安德远通完成的电子学任务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2173F7-CE68-40F2-9595-5090771D8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网线制作（和电源线？）的制作；</a:t>
            </a:r>
            <a:endParaRPr lang="en-US" altLang="zh-CN" dirty="0"/>
          </a:p>
          <a:p>
            <a:r>
              <a:rPr lang="en-US" dirty="0"/>
              <a:t>2. </a:t>
            </a:r>
            <a:r>
              <a:rPr lang="zh-CN" altLang="en-US" dirty="0"/>
              <a:t>电子学机箱的制作以及内部与板卡的组装、测试和老化；</a:t>
            </a:r>
            <a:endParaRPr lang="en-US" altLang="zh-CN" dirty="0"/>
          </a:p>
          <a:p>
            <a:r>
              <a:rPr lang="en-US" dirty="0"/>
              <a:t>3. </a:t>
            </a:r>
            <a:r>
              <a:rPr lang="zh-CN" altLang="en-US" dirty="0"/>
              <a:t>电子学机柜制作、安装、以及布线和接线；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8613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27D67-0355-4566-8F99-1EBE63B15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建议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58BEA9-1E6C-45FD-B011-3C30F3F69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可以考虑把电源线和网线（水晶头）放到安德远通的合同，这样可以明面上减少电子学预算；</a:t>
            </a:r>
            <a:endParaRPr lang="en-US" altLang="zh-CN" dirty="0"/>
          </a:p>
          <a:p>
            <a:r>
              <a:rPr lang="en-US" dirty="0"/>
              <a:t>2. </a:t>
            </a:r>
            <a:r>
              <a:rPr lang="zh-CN" altLang="en-US" dirty="0"/>
              <a:t>和清华那边沟通，</a:t>
            </a:r>
            <a:r>
              <a:rPr lang="en-US" altLang="zh-CN" dirty="0"/>
              <a:t>LPMT WR</a:t>
            </a:r>
            <a:r>
              <a:rPr lang="zh-CN" altLang="en-US" dirty="0"/>
              <a:t>交换机端口有剩余的，可以不买</a:t>
            </a:r>
            <a:r>
              <a:rPr lang="en-US" altLang="zh-CN" dirty="0"/>
              <a:t>WR</a:t>
            </a:r>
            <a:r>
              <a:rPr lang="zh-CN" altLang="en-US" dirty="0"/>
              <a:t>交换机（需要进一步和他们确认，因为他们有些犹豫，怕因此不买交换机）；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72305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1987B-42D4-4094-B3E1-F9CEB2E83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38093A-0B7F-4C5B-81C7-6CA1D3C8D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95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10148</TotalTime>
  <Words>467</Words>
  <Application>Microsoft Office PowerPoint</Application>
  <PresentationFormat>宽屏</PresentationFormat>
  <Paragraphs>76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Arial</vt:lpstr>
      <vt:lpstr>Calibri</vt:lpstr>
      <vt:lpstr>Calibri Light</vt:lpstr>
      <vt:lpstr>Office 主题​​</vt:lpstr>
      <vt:lpstr>PowerPoint 演示文稿</vt:lpstr>
      <vt:lpstr>后续的花费</vt:lpstr>
      <vt:lpstr>线缆</vt:lpstr>
      <vt:lpstr>电缆规格（14x12x6=1008）</vt:lpstr>
      <vt:lpstr>电缆规格</vt:lpstr>
      <vt:lpstr>需要安德远通完成的电子学任务</vt:lpstr>
      <vt:lpstr>建议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DELL</cp:lastModifiedBy>
  <cp:revision>35</cp:revision>
  <dcterms:created xsi:type="dcterms:W3CDTF">2025-10-11T03:14:23Z</dcterms:created>
  <dcterms:modified xsi:type="dcterms:W3CDTF">2025-12-04T06:52:51Z</dcterms:modified>
</cp:coreProperties>
</file>