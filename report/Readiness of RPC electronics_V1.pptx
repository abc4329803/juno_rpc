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7" r:id="rId4"/>
    <p:sldId id="264" r:id="rId5"/>
    <p:sldId id="266" r:id="rId6"/>
    <p:sldId id="257" r:id="rId7"/>
    <p:sldId id="261" r:id="rId8"/>
    <p:sldId id="262" r:id="rId9"/>
    <p:sldId id="260" r:id="rId10"/>
    <p:sldId id="265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F14B26-CDC1-4A92-B4DF-B18B1168610A}" v="43" dt="2025-12-22T00:38:57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4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c4329803@126.com" userId="135593c22d12fa7b" providerId="LiveId" clId="{8D288922-74ED-4447-98A6-D83F0E8C4424}"/>
    <pc:docChg chg="undo custSel addSld delSld modSld sldOrd">
      <pc:chgData name="abc4329803@126.com" userId="135593c22d12fa7b" providerId="LiveId" clId="{8D288922-74ED-4447-98A6-D83F0E8C4424}" dt="2025-12-22T11:35:55.708" v="3401" actId="20577"/>
      <pc:docMkLst>
        <pc:docMk/>
      </pc:docMkLst>
      <pc:sldChg chg="modSp mod">
        <pc:chgData name="abc4329803@126.com" userId="135593c22d12fa7b" providerId="LiveId" clId="{8D288922-74ED-4447-98A6-D83F0E8C4424}" dt="2025-12-19T03:21:00.268" v="108" actId="20577"/>
        <pc:sldMkLst>
          <pc:docMk/>
          <pc:sldMk cId="1981006514" sldId="256"/>
        </pc:sldMkLst>
        <pc:spChg chg="mod">
          <ac:chgData name="abc4329803@126.com" userId="135593c22d12fa7b" providerId="LiveId" clId="{8D288922-74ED-4447-98A6-D83F0E8C4424}" dt="2025-12-19T03:20:36.903" v="55" actId="20577"/>
          <ac:spMkLst>
            <pc:docMk/>
            <pc:sldMk cId="1981006514" sldId="256"/>
            <ac:spMk id="2" creationId="{0FD7CFC6-E7D4-3094-7DFC-92F7F83862DC}"/>
          </ac:spMkLst>
        </pc:spChg>
        <pc:spChg chg="mod">
          <ac:chgData name="abc4329803@126.com" userId="135593c22d12fa7b" providerId="LiveId" clId="{8D288922-74ED-4447-98A6-D83F0E8C4424}" dt="2025-12-19T03:21:00.268" v="108" actId="20577"/>
          <ac:spMkLst>
            <pc:docMk/>
            <pc:sldMk cId="1981006514" sldId="256"/>
            <ac:spMk id="3" creationId="{BED2F3CD-F7A1-0765-2300-0986D08DB322}"/>
          </ac:spMkLst>
        </pc:spChg>
      </pc:sldChg>
      <pc:sldChg chg="addSp delSp modSp mod">
        <pc:chgData name="abc4329803@126.com" userId="135593c22d12fa7b" providerId="LiveId" clId="{8D288922-74ED-4447-98A6-D83F0E8C4424}" dt="2025-12-21T08:23:54.757" v="2888" actId="20577"/>
        <pc:sldMkLst>
          <pc:docMk/>
          <pc:sldMk cId="767366326" sldId="257"/>
        </pc:sldMkLst>
        <pc:spChg chg="mod">
          <ac:chgData name="abc4329803@126.com" userId="135593c22d12fa7b" providerId="LiveId" clId="{8D288922-74ED-4447-98A6-D83F0E8C4424}" dt="2025-12-21T08:23:54.757" v="2888" actId="20577"/>
          <ac:spMkLst>
            <pc:docMk/>
            <pc:sldMk cId="767366326" sldId="257"/>
            <ac:spMk id="2" creationId="{1D9AACAE-8692-7885-706D-8D8998F43E2A}"/>
          </ac:spMkLst>
        </pc:spChg>
        <pc:spChg chg="mod">
          <ac:chgData name="abc4329803@126.com" userId="135593c22d12fa7b" providerId="LiveId" clId="{8D288922-74ED-4447-98A6-D83F0E8C4424}" dt="2025-12-21T06:33:11.979" v="1952" actId="1076"/>
          <ac:spMkLst>
            <pc:docMk/>
            <pc:sldMk cId="767366326" sldId="257"/>
            <ac:spMk id="6" creationId="{2B554F31-3361-8FBF-236E-7030C6DF6473}"/>
          </ac:spMkLst>
        </pc:spChg>
        <pc:picChg chg="del">
          <ac:chgData name="abc4329803@126.com" userId="135593c22d12fa7b" providerId="LiveId" clId="{8D288922-74ED-4447-98A6-D83F0E8C4424}" dt="2025-12-21T06:32:58.890" v="1945" actId="478"/>
          <ac:picMkLst>
            <pc:docMk/>
            <pc:sldMk cId="767366326" sldId="257"/>
            <ac:picMk id="5" creationId="{114749B4-7F57-585E-CCA0-43AF0F791E6F}"/>
          </ac:picMkLst>
        </pc:picChg>
        <pc:picChg chg="add mod">
          <ac:chgData name="abc4329803@126.com" userId="135593c22d12fa7b" providerId="LiveId" clId="{8D288922-74ED-4447-98A6-D83F0E8C4424}" dt="2025-12-21T06:33:09.314" v="1951" actId="14100"/>
          <ac:picMkLst>
            <pc:docMk/>
            <pc:sldMk cId="767366326" sldId="257"/>
            <ac:picMk id="7" creationId="{B46EC5F1-B7F0-B22D-CC83-25106C0841C8}"/>
          </ac:picMkLst>
        </pc:picChg>
      </pc:sldChg>
      <pc:sldChg chg="modSp new mod">
        <pc:chgData name="abc4329803@126.com" userId="135593c22d12fa7b" providerId="LiveId" clId="{8D288922-74ED-4447-98A6-D83F0E8C4424}" dt="2025-12-22T00:39:03.400" v="3098" actId="20577"/>
        <pc:sldMkLst>
          <pc:docMk/>
          <pc:sldMk cId="146011009" sldId="258"/>
        </pc:sldMkLst>
        <pc:spChg chg="mod">
          <ac:chgData name="abc4329803@126.com" userId="135593c22d12fa7b" providerId="LiveId" clId="{8D288922-74ED-4447-98A6-D83F0E8C4424}" dt="2025-12-19T03:21:06.923" v="116" actId="20577"/>
          <ac:spMkLst>
            <pc:docMk/>
            <pc:sldMk cId="146011009" sldId="258"/>
            <ac:spMk id="2" creationId="{A9D9B375-AD04-DE29-9207-80277179B8BC}"/>
          </ac:spMkLst>
        </pc:spChg>
        <pc:spChg chg="mod">
          <ac:chgData name="abc4329803@126.com" userId="135593c22d12fa7b" providerId="LiveId" clId="{8D288922-74ED-4447-98A6-D83F0E8C4424}" dt="2025-12-22T00:39:03.400" v="3098" actId="20577"/>
          <ac:spMkLst>
            <pc:docMk/>
            <pc:sldMk cId="146011009" sldId="258"/>
            <ac:spMk id="3" creationId="{3EC73B71-0CF1-0C39-0812-7A02F1391E5B}"/>
          </ac:spMkLst>
        </pc:spChg>
      </pc:sldChg>
      <pc:sldChg chg="addSp modSp new del mod">
        <pc:chgData name="abc4329803@126.com" userId="135593c22d12fa7b" providerId="LiveId" clId="{8D288922-74ED-4447-98A6-D83F0E8C4424}" dt="2025-12-21T06:54:49.022" v="2712" actId="47"/>
        <pc:sldMkLst>
          <pc:docMk/>
          <pc:sldMk cId="3285021223" sldId="259"/>
        </pc:sldMkLst>
      </pc:sldChg>
      <pc:sldChg chg="addSp delSp modSp new mod">
        <pc:chgData name="abc4329803@126.com" userId="135593c22d12fa7b" providerId="LiveId" clId="{8D288922-74ED-4447-98A6-D83F0E8C4424}" dt="2025-12-21T06:48:05.430" v="2577" actId="14100"/>
        <pc:sldMkLst>
          <pc:docMk/>
          <pc:sldMk cId="985118209" sldId="260"/>
        </pc:sldMkLst>
        <pc:spChg chg="mod">
          <ac:chgData name="abc4329803@126.com" userId="135593c22d12fa7b" providerId="LiveId" clId="{8D288922-74ED-4447-98A6-D83F0E8C4424}" dt="2025-12-21T02:50:48.545" v="291" actId="20577"/>
          <ac:spMkLst>
            <pc:docMk/>
            <pc:sldMk cId="985118209" sldId="260"/>
            <ac:spMk id="2" creationId="{3F1A2843-1D4E-2F95-2B5C-C771FEB6C416}"/>
          </ac:spMkLst>
        </pc:spChg>
        <pc:spChg chg="del">
          <ac:chgData name="abc4329803@126.com" userId="135593c22d12fa7b" providerId="LiveId" clId="{8D288922-74ED-4447-98A6-D83F0E8C4424}" dt="2025-12-21T02:50:30.668" v="256"/>
          <ac:spMkLst>
            <pc:docMk/>
            <pc:sldMk cId="985118209" sldId="260"/>
            <ac:spMk id="3" creationId="{7ACE06CA-9830-B913-14C8-A27A2EEFB4FC}"/>
          </ac:spMkLst>
        </pc:spChg>
        <pc:spChg chg="add mod">
          <ac:chgData name="abc4329803@126.com" userId="135593c22d12fa7b" providerId="LiveId" clId="{8D288922-74ED-4447-98A6-D83F0E8C4424}" dt="2025-12-21T02:51:09.251" v="295" actId="208"/>
          <ac:spMkLst>
            <pc:docMk/>
            <pc:sldMk cId="985118209" sldId="260"/>
            <ac:spMk id="6" creationId="{3E95FECF-BD8A-B3E1-D5C4-F4741757528E}"/>
          </ac:spMkLst>
        </pc:spChg>
        <pc:spChg chg="add mod">
          <ac:chgData name="abc4329803@126.com" userId="135593c22d12fa7b" providerId="LiveId" clId="{8D288922-74ED-4447-98A6-D83F0E8C4424}" dt="2025-12-21T06:47:30.526" v="2539" actId="6549"/>
          <ac:spMkLst>
            <pc:docMk/>
            <pc:sldMk cId="985118209" sldId="260"/>
            <ac:spMk id="7" creationId="{7939D018-72F6-06D3-A8E2-AFDDAF08F23C}"/>
          </ac:spMkLst>
        </pc:spChg>
        <pc:spChg chg="add mod">
          <ac:chgData name="abc4329803@126.com" userId="135593c22d12fa7b" providerId="LiveId" clId="{8D288922-74ED-4447-98A6-D83F0E8C4424}" dt="2025-12-21T06:48:05.430" v="2577" actId="14100"/>
          <ac:spMkLst>
            <pc:docMk/>
            <pc:sldMk cId="985118209" sldId="260"/>
            <ac:spMk id="8" creationId="{5CAD1119-F595-8487-6FB7-1825C1F16762}"/>
          </ac:spMkLst>
        </pc:spChg>
        <pc:picChg chg="add mod">
          <ac:chgData name="abc4329803@126.com" userId="135593c22d12fa7b" providerId="LiveId" clId="{8D288922-74ED-4447-98A6-D83F0E8C4424}" dt="2025-12-21T03:24:21.165" v="1433" actId="1076"/>
          <ac:picMkLst>
            <pc:docMk/>
            <pc:sldMk cId="985118209" sldId="260"/>
            <ac:picMk id="5" creationId="{6A2B2B0B-C08E-F0B0-24E5-154AA907C89E}"/>
          </ac:picMkLst>
        </pc:picChg>
      </pc:sldChg>
      <pc:sldChg chg="addSp delSp modSp new mod">
        <pc:chgData name="abc4329803@126.com" userId="135593c22d12fa7b" providerId="LiveId" clId="{8D288922-74ED-4447-98A6-D83F0E8C4424}" dt="2025-12-21T03:14:54.591" v="1046" actId="20577"/>
        <pc:sldMkLst>
          <pc:docMk/>
          <pc:sldMk cId="3204979318" sldId="261"/>
        </pc:sldMkLst>
        <pc:spChg chg="mod">
          <ac:chgData name="abc4329803@126.com" userId="135593c22d12fa7b" providerId="LiveId" clId="{8D288922-74ED-4447-98A6-D83F0E8C4424}" dt="2025-12-21T03:12:05.875" v="826" actId="20577"/>
          <ac:spMkLst>
            <pc:docMk/>
            <pc:sldMk cId="3204979318" sldId="261"/>
            <ac:spMk id="2" creationId="{9F945F4D-74DD-06EB-D14F-E12B95599FE7}"/>
          </ac:spMkLst>
        </pc:spChg>
        <pc:spChg chg="del">
          <ac:chgData name="abc4329803@126.com" userId="135593c22d12fa7b" providerId="LiveId" clId="{8D288922-74ED-4447-98A6-D83F0E8C4424}" dt="2025-12-21T02:52:49.195" v="416"/>
          <ac:spMkLst>
            <pc:docMk/>
            <pc:sldMk cId="3204979318" sldId="261"/>
            <ac:spMk id="3" creationId="{CB2CB458-573C-D3DD-458E-62D97E618879}"/>
          </ac:spMkLst>
        </pc:spChg>
        <pc:spChg chg="add del">
          <ac:chgData name="abc4329803@126.com" userId="135593c22d12fa7b" providerId="LiveId" clId="{8D288922-74ED-4447-98A6-D83F0E8C4424}" dt="2025-12-21T02:53:08.279" v="421" actId="11529"/>
          <ac:spMkLst>
            <pc:docMk/>
            <pc:sldMk cId="3204979318" sldId="261"/>
            <ac:spMk id="6" creationId="{684D48B0-1062-5AF7-D8A0-E2084FFAC80A}"/>
          </ac:spMkLst>
        </pc:spChg>
        <pc:spChg chg="add mod">
          <ac:chgData name="abc4329803@126.com" userId="135593c22d12fa7b" providerId="LiveId" clId="{8D288922-74ED-4447-98A6-D83F0E8C4424}" dt="2025-12-21T02:54:47.425" v="602" actId="208"/>
          <ac:spMkLst>
            <pc:docMk/>
            <pc:sldMk cId="3204979318" sldId="261"/>
            <ac:spMk id="7" creationId="{D6BE416D-85C3-4DA9-EA78-0182B432C0C1}"/>
          </ac:spMkLst>
        </pc:spChg>
        <pc:spChg chg="add mod">
          <ac:chgData name="abc4329803@126.com" userId="135593c22d12fa7b" providerId="LiveId" clId="{8D288922-74ED-4447-98A6-D83F0E8C4424}" dt="2025-12-21T02:53:25.201" v="427" actId="571"/>
          <ac:spMkLst>
            <pc:docMk/>
            <pc:sldMk cId="3204979318" sldId="261"/>
            <ac:spMk id="9" creationId="{B5C23251-0681-7231-8581-9DB2235A88A5}"/>
          </ac:spMkLst>
        </pc:spChg>
        <pc:spChg chg="add mod">
          <ac:chgData name="abc4329803@126.com" userId="135593c22d12fa7b" providerId="LiveId" clId="{8D288922-74ED-4447-98A6-D83F0E8C4424}" dt="2025-12-21T03:14:54.591" v="1046" actId="20577"/>
          <ac:spMkLst>
            <pc:docMk/>
            <pc:sldMk cId="3204979318" sldId="261"/>
            <ac:spMk id="10" creationId="{5699D4DE-F4FB-474B-35AD-436642B2884D}"/>
          </ac:spMkLst>
        </pc:spChg>
        <pc:picChg chg="add mod">
          <ac:chgData name="abc4329803@126.com" userId="135593c22d12fa7b" providerId="LiveId" clId="{8D288922-74ED-4447-98A6-D83F0E8C4424}" dt="2025-12-21T02:52:50.942" v="419" actId="1076"/>
          <ac:picMkLst>
            <pc:docMk/>
            <pc:sldMk cId="3204979318" sldId="261"/>
            <ac:picMk id="5" creationId="{026BF75F-322E-A9E7-6534-7C572A7310FB}"/>
          </ac:picMkLst>
        </pc:picChg>
        <pc:picChg chg="add mod">
          <ac:chgData name="abc4329803@126.com" userId="135593c22d12fa7b" providerId="LiveId" clId="{8D288922-74ED-4447-98A6-D83F0E8C4424}" dt="2025-12-21T02:53:20.640" v="426" actId="571"/>
          <ac:picMkLst>
            <pc:docMk/>
            <pc:sldMk cId="3204979318" sldId="261"/>
            <ac:picMk id="8" creationId="{5F578313-3A0B-6735-F4B4-FC0BA5054482}"/>
          </ac:picMkLst>
        </pc:picChg>
      </pc:sldChg>
      <pc:sldChg chg="addSp delSp modSp new mod ord">
        <pc:chgData name="abc4329803@126.com" userId="135593c22d12fa7b" providerId="LiveId" clId="{8D288922-74ED-4447-98A6-D83F0E8C4424}" dt="2025-12-22T00:37:08.755" v="3016" actId="20577"/>
        <pc:sldMkLst>
          <pc:docMk/>
          <pc:sldMk cId="1441216397" sldId="262"/>
        </pc:sldMkLst>
        <pc:spChg chg="mod">
          <ac:chgData name="abc4329803@126.com" userId="135593c22d12fa7b" providerId="LiveId" clId="{8D288922-74ED-4447-98A6-D83F0E8C4424}" dt="2025-12-21T03:12:54.763" v="867"/>
          <ac:spMkLst>
            <pc:docMk/>
            <pc:sldMk cId="1441216397" sldId="262"/>
            <ac:spMk id="2" creationId="{D204A740-CDBB-8AF8-87E9-7B95BBB02543}"/>
          </ac:spMkLst>
        </pc:spChg>
        <pc:spChg chg="del">
          <ac:chgData name="abc4329803@126.com" userId="135593c22d12fa7b" providerId="LiveId" clId="{8D288922-74ED-4447-98A6-D83F0E8C4424}" dt="2025-12-21T03:09:37.873" v="753" actId="478"/>
          <ac:spMkLst>
            <pc:docMk/>
            <pc:sldMk cId="1441216397" sldId="262"/>
            <ac:spMk id="3" creationId="{260A5760-3B2F-5C28-2C9B-7526DD7910B8}"/>
          </ac:spMkLst>
        </pc:spChg>
        <pc:spChg chg="add">
          <ac:chgData name="abc4329803@126.com" userId="135593c22d12fa7b" providerId="LiveId" clId="{8D288922-74ED-4447-98A6-D83F0E8C4424}" dt="2025-12-21T03:09:16.891" v="750"/>
          <ac:spMkLst>
            <pc:docMk/>
            <pc:sldMk cId="1441216397" sldId="262"/>
            <ac:spMk id="4" creationId="{E1481AA6-AF63-7877-BEF7-0BD7483DA01F}"/>
          </ac:spMkLst>
        </pc:spChg>
        <pc:spChg chg="add mod">
          <ac:chgData name="abc4329803@126.com" userId="135593c22d12fa7b" providerId="LiveId" clId="{8D288922-74ED-4447-98A6-D83F0E8C4424}" dt="2025-12-21T08:20:54.230" v="2760" actId="1076"/>
          <ac:spMkLst>
            <pc:docMk/>
            <pc:sldMk cId="1441216397" sldId="262"/>
            <ac:spMk id="5" creationId="{BAA117B2-778D-DD30-10C8-3177860CE882}"/>
          </ac:spMkLst>
        </pc:spChg>
        <pc:spChg chg="add mod">
          <ac:chgData name="abc4329803@126.com" userId="135593c22d12fa7b" providerId="LiveId" clId="{8D288922-74ED-4447-98A6-D83F0E8C4424}" dt="2025-12-21T08:20:54.230" v="2760" actId="1076"/>
          <ac:spMkLst>
            <pc:docMk/>
            <pc:sldMk cId="1441216397" sldId="262"/>
            <ac:spMk id="6" creationId="{058D6003-12A8-1242-0487-6232D74D0EE2}"/>
          </ac:spMkLst>
        </pc:spChg>
        <pc:spChg chg="add mod">
          <ac:chgData name="abc4329803@126.com" userId="135593c22d12fa7b" providerId="LiveId" clId="{8D288922-74ED-4447-98A6-D83F0E8C4424}" dt="2025-12-21T03:09:43.703" v="757"/>
          <ac:spMkLst>
            <pc:docMk/>
            <pc:sldMk cId="1441216397" sldId="262"/>
            <ac:spMk id="7" creationId="{3B7BEC85-B41F-0AB6-7FE9-7641E2BCE7D4}"/>
          </ac:spMkLst>
        </pc:spChg>
        <pc:spChg chg="add mod">
          <ac:chgData name="abc4329803@126.com" userId="135593c22d12fa7b" providerId="LiveId" clId="{8D288922-74ED-4447-98A6-D83F0E8C4424}" dt="2025-12-21T08:20:54.230" v="2760" actId="1076"/>
          <ac:spMkLst>
            <pc:docMk/>
            <pc:sldMk cId="1441216397" sldId="262"/>
            <ac:spMk id="11" creationId="{FCDD6C54-27B4-2A37-D786-A27B656A5048}"/>
          </ac:spMkLst>
        </pc:spChg>
        <pc:spChg chg="add mod">
          <ac:chgData name="abc4329803@126.com" userId="135593c22d12fa7b" providerId="LiveId" clId="{8D288922-74ED-4447-98A6-D83F0E8C4424}" dt="2025-12-22T00:37:08.755" v="3016" actId="20577"/>
          <ac:spMkLst>
            <pc:docMk/>
            <pc:sldMk cId="1441216397" sldId="262"/>
            <ac:spMk id="12" creationId="{4F081D6F-0F1E-F281-DAAE-1A3CF5F49AC1}"/>
          </ac:spMkLst>
        </pc:spChg>
        <pc:spChg chg="add mod">
          <ac:chgData name="abc4329803@126.com" userId="135593c22d12fa7b" providerId="LiveId" clId="{8D288922-74ED-4447-98A6-D83F0E8C4424}" dt="2025-12-21T08:21:12.367" v="2770" actId="208"/>
          <ac:spMkLst>
            <pc:docMk/>
            <pc:sldMk cId="1441216397" sldId="262"/>
            <ac:spMk id="15" creationId="{11674867-60BD-0D16-F7C0-68AF34FB8BCC}"/>
          </ac:spMkLst>
        </pc:spChg>
        <pc:spChg chg="add mod">
          <ac:chgData name="abc4329803@126.com" userId="135593c22d12fa7b" providerId="LiveId" clId="{8D288922-74ED-4447-98A6-D83F0E8C4424}" dt="2025-12-22T00:36:57.541" v="2996" actId="208"/>
          <ac:spMkLst>
            <pc:docMk/>
            <pc:sldMk cId="1441216397" sldId="262"/>
            <ac:spMk id="16" creationId="{39F96C10-191B-50BC-E1CA-B91F90801AB0}"/>
          </ac:spMkLst>
        </pc:spChg>
        <pc:picChg chg="add mod">
          <ac:chgData name="abc4329803@126.com" userId="135593c22d12fa7b" providerId="LiveId" clId="{8D288922-74ED-4447-98A6-D83F0E8C4424}" dt="2025-12-21T08:20:54.230" v="2760" actId="1076"/>
          <ac:picMkLst>
            <pc:docMk/>
            <pc:sldMk cId="1441216397" sldId="262"/>
            <ac:picMk id="8" creationId="{DB02A89B-8B0B-E0F2-F558-639E5B263336}"/>
          </ac:picMkLst>
        </pc:picChg>
        <pc:picChg chg="add mod">
          <ac:chgData name="abc4329803@126.com" userId="135593c22d12fa7b" providerId="LiveId" clId="{8D288922-74ED-4447-98A6-D83F0E8C4424}" dt="2025-12-21T08:20:54.230" v="2760" actId="1076"/>
          <ac:picMkLst>
            <pc:docMk/>
            <pc:sldMk cId="1441216397" sldId="262"/>
            <ac:picMk id="10" creationId="{6D93E528-6D66-F852-6596-1CA8EF929BF2}"/>
          </ac:picMkLst>
        </pc:picChg>
        <pc:picChg chg="add mod">
          <ac:chgData name="abc4329803@126.com" userId="135593c22d12fa7b" providerId="LiveId" clId="{8D288922-74ED-4447-98A6-D83F0E8C4424}" dt="2025-12-21T08:20:54.230" v="2760" actId="1076"/>
          <ac:picMkLst>
            <pc:docMk/>
            <pc:sldMk cId="1441216397" sldId="262"/>
            <ac:picMk id="14" creationId="{693B9B62-C0DF-B39E-5FA5-7F402CC93EFC}"/>
          </ac:picMkLst>
        </pc:picChg>
      </pc:sldChg>
      <pc:sldChg chg="addSp delSp modSp new mod">
        <pc:chgData name="abc4329803@126.com" userId="135593c22d12fa7b" providerId="LiveId" clId="{8D288922-74ED-4447-98A6-D83F0E8C4424}" dt="2025-12-21T06:53:31.452" v="2711" actId="20577"/>
        <pc:sldMkLst>
          <pc:docMk/>
          <pc:sldMk cId="1518266309" sldId="263"/>
        </pc:sldMkLst>
        <pc:spChg chg="mod">
          <ac:chgData name="abc4329803@126.com" userId="135593c22d12fa7b" providerId="LiveId" clId="{8D288922-74ED-4447-98A6-D83F0E8C4424}" dt="2025-12-21T06:49:30.945" v="2579" actId="20577"/>
          <ac:spMkLst>
            <pc:docMk/>
            <pc:sldMk cId="1518266309" sldId="263"/>
            <ac:spMk id="2" creationId="{B8392030-FE85-05C1-8BF5-5C36DABE310A}"/>
          </ac:spMkLst>
        </pc:spChg>
        <pc:spChg chg="del">
          <ac:chgData name="abc4329803@126.com" userId="135593c22d12fa7b" providerId="LiveId" clId="{8D288922-74ED-4447-98A6-D83F0E8C4424}" dt="2025-12-21T06:13:48.370" v="1806" actId="3680"/>
          <ac:spMkLst>
            <pc:docMk/>
            <pc:sldMk cId="1518266309" sldId="263"/>
            <ac:spMk id="3" creationId="{8986CAAE-EF79-0786-6D52-ED0B753BFB0D}"/>
          </ac:spMkLst>
        </pc:spChg>
        <pc:graphicFrameChg chg="add mod ord modGraphic">
          <ac:chgData name="abc4329803@126.com" userId="135593c22d12fa7b" providerId="LiveId" clId="{8D288922-74ED-4447-98A6-D83F0E8C4424}" dt="2025-12-21T06:53:31.452" v="2711" actId="20577"/>
          <ac:graphicFrameMkLst>
            <pc:docMk/>
            <pc:sldMk cId="1518266309" sldId="263"/>
            <ac:graphicFrameMk id="4" creationId="{C13148F1-F5E5-CE6E-5BC9-F2082425F654}"/>
          </ac:graphicFrameMkLst>
        </pc:graphicFrameChg>
      </pc:sldChg>
      <pc:sldChg chg="addSp delSp modSp new mod ord">
        <pc:chgData name="abc4329803@126.com" userId="135593c22d12fa7b" providerId="LiveId" clId="{8D288922-74ED-4447-98A6-D83F0E8C4424}" dt="2025-12-22T00:40:26.656" v="3126"/>
        <pc:sldMkLst>
          <pc:docMk/>
          <pc:sldMk cId="828111529" sldId="264"/>
        </pc:sldMkLst>
        <pc:spChg chg="mod">
          <ac:chgData name="abc4329803@126.com" userId="135593c22d12fa7b" providerId="LiveId" clId="{8D288922-74ED-4447-98A6-D83F0E8C4424}" dt="2025-12-22T00:39:18.565" v="3115" actId="20577"/>
          <ac:spMkLst>
            <pc:docMk/>
            <pc:sldMk cId="828111529" sldId="264"/>
            <ac:spMk id="2" creationId="{3430EFE5-1294-3C53-6A30-BD3CDCA384AD}"/>
          </ac:spMkLst>
        </pc:spChg>
        <pc:spChg chg="del mod">
          <ac:chgData name="abc4329803@126.com" userId="135593c22d12fa7b" providerId="LiveId" clId="{8D288922-74ED-4447-98A6-D83F0E8C4424}" dt="2025-12-21T06:44:18.441" v="2416" actId="478"/>
          <ac:spMkLst>
            <pc:docMk/>
            <pc:sldMk cId="828111529" sldId="264"/>
            <ac:spMk id="3" creationId="{831BE800-AD70-EC7E-27EE-F81931F6EA66}"/>
          </ac:spMkLst>
        </pc:spChg>
        <pc:graphicFrameChg chg="add mod modGraphic">
          <ac:chgData name="abc4329803@126.com" userId="135593c22d12fa7b" providerId="LiveId" clId="{8D288922-74ED-4447-98A6-D83F0E8C4424}" dt="2025-12-22T00:39:39.150" v="3121" actId="20577"/>
          <ac:graphicFrameMkLst>
            <pc:docMk/>
            <pc:sldMk cId="828111529" sldId="264"/>
            <ac:graphicFrameMk id="4" creationId="{73789FDA-1CE2-712B-5323-976C4B0A4C6E}"/>
          </ac:graphicFrameMkLst>
        </pc:graphicFrameChg>
      </pc:sldChg>
      <pc:sldChg chg="modSp new mod">
        <pc:chgData name="abc4329803@126.com" userId="135593c22d12fa7b" providerId="LiveId" clId="{8D288922-74ED-4447-98A6-D83F0E8C4424}" dt="2025-12-21T08:25:12.038" v="2946" actId="20577"/>
        <pc:sldMkLst>
          <pc:docMk/>
          <pc:sldMk cId="483777150" sldId="265"/>
        </pc:sldMkLst>
        <pc:spChg chg="mod">
          <ac:chgData name="abc4329803@126.com" userId="135593c22d12fa7b" providerId="LiveId" clId="{8D288922-74ED-4447-98A6-D83F0E8C4424}" dt="2025-12-21T08:25:12.038" v="2946" actId="20577"/>
          <ac:spMkLst>
            <pc:docMk/>
            <pc:sldMk cId="483777150" sldId="265"/>
            <ac:spMk id="2" creationId="{1DD75A7D-7CBC-76A5-B78C-602372736FE1}"/>
          </ac:spMkLst>
        </pc:spChg>
      </pc:sldChg>
      <pc:sldChg chg="modSp new mod">
        <pc:chgData name="abc4329803@126.com" userId="135593c22d12fa7b" providerId="LiveId" clId="{8D288922-74ED-4447-98A6-D83F0E8C4424}" dt="2025-12-22T00:40:21.367" v="3124" actId="20577"/>
        <pc:sldMkLst>
          <pc:docMk/>
          <pc:sldMk cId="3447552328" sldId="266"/>
        </pc:sldMkLst>
        <pc:spChg chg="mod">
          <ac:chgData name="abc4329803@126.com" userId="135593c22d12fa7b" providerId="LiveId" clId="{8D288922-74ED-4447-98A6-D83F0E8C4424}" dt="2025-12-21T08:23:20.882" v="2869" actId="20577"/>
          <ac:spMkLst>
            <pc:docMk/>
            <pc:sldMk cId="3447552328" sldId="266"/>
            <ac:spMk id="2" creationId="{4E6D5E62-9141-F4F5-99EA-DDA690729283}"/>
          </ac:spMkLst>
        </pc:spChg>
        <pc:spChg chg="mod">
          <ac:chgData name="abc4329803@126.com" userId="135593c22d12fa7b" providerId="LiveId" clId="{8D288922-74ED-4447-98A6-D83F0E8C4424}" dt="2025-12-22T00:40:21.367" v="3124" actId="20577"/>
          <ac:spMkLst>
            <pc:docMk/>
            <pc:sldMk cId="3447552328" sldId="266"/>
            <ac:spMk id="3" creationId="{C742DB15-F07B-45D0-F589-AAF2098BFF9D}"/>
          </ac:spMkLst>
        </pc:spChg>
      </pc:sldChg>
      <pc:sldChg chg="modSp new mod">
        <pc:chgData name="abc4329803@126.com" userId="135593c22d12fa7b" providerId="LiveId" clId="{8D288922-74ED-4447-98A6-D83F0E8C4424}" dt="2025-12-22T11:35:55.708" v="3401" actId="20577"/>
        <pc:sldMkLst>
          <pc:docMk/>
          <pc:sldMk cId="3448999221" sldId="267"/>
        </pc:sldMkLst>
        <pc:spChg chg="mod">
          <ac:chgData name="abc4329803@126.com" userId="135593c22d12fa7b" providerId="LiveId" clId="{8D288922-74ED-4447-98A6-D83F0E8C4424}" dt="2025-12-22T11:35:39.017" v="3400" actId="20577"/>
          <ac:spMkLst>
            <pc:docMk/>
            <pc:sldMk cId="3448999221" sldId="267"/>
            <ac:spMk id="2" creationId="{4427A618-4CBE-710C-B32D-8E57DEC718A3}"/>
          </ac:spMkLst>
        </pc:spChg>
        <pc:spChg chg="mod">
          <ac:chgData name="abc4329803@126.com" userId="135593c22d12fa7b" providerId="LiveId" clId="{8D288922-74ED-4447-98A6-D83F0E8C4424}" dt="2025-12-22T11:35:55.708" v="3401" actId="20577"/>
          <ac:spMkLst>
            <pc:docMk/>
            <pc:sldMk cId="3448999221" sldId="267"/>
            <ac:spMk id="3" creationId="{17493429-8327-BE9C-2FFF-9ED3FC53C3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9B606-50FD-4BB7-8B8F-8752E5522B4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B4966-4C27-4328-AFC7-46CD95B00F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356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B4966-4C27-4328-AFC7-46CD95B00F6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341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B25FA-5F15-B6C0-6BF4-ECD7411EE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3F9714-16FA-8760-DA4F-3E59593DB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E13D65-8093-321B-A612-1223B819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30911D-274F-A19C-CC73-151450A4F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3F350-F2FF-2625-9864-6317398A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6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A1091-36CE-97D2-6307-DCA33FBD0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E141E5-14F9-BE3E-A96C-772B39C1F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25091D-0488-594D-9BE9-CCEE4F44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EC2F03-CD4B-704B-7068-41BAAF8E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B43B2D-7813-CE57-3547-0A653CA23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69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6351A-331A-A4FB-6070-FFE8694A9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E21919-535B-E298-CD07-91A1D1D22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02E96-6DBF-F722-9893-E3A04DCAC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488571-6B3C-4880-CEBB-9D03F023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526009-B60D-4838-78B8-5B97A946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40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F8871-A2F9-0BF6-BC6D-B499758DC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D11FB-91EF-2F39-D0E0-0D2050247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5E0630-C063-FE0C-C05F-B428B4F07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99114E-0F17-782A-E214-48571535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C76675-3286-25AC-1F04-991767764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7CB2CC-7561-14E6-34C2-4F039BFC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942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6FF7A-E2E1-2A55-B761-61C408C9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DAE16A-BA59-3C0E-688B-138698714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71E12D-DA8B-C98F-3BD8-F324C681C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84F053-78DB-48B9-609D-597FB355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1B31B2-328A-ACE1-B96D-57EE90C9D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65747E-31B6-D84F-4E71-066263D7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369D5E-D71B-D843-12C2-675AD104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5A36B1-3E82-1872-0C2F-F284724B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09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F1FA2-0B82-F009-5345-E7426201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6701BD-FAEF-ABF1-C8B5-F46C59A1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BD25D5C-86B0-BC24-4413-A557D183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E2DAC-0F11-6A2E-7B89-05B7EBEC8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23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384C43-EFDB-2FD1-72D6-6AC7E812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90F017-6FBE-8484-51E5-25C1C92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00E0DA-E684-DE36-7799-2577B2FE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429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454B9-7488-9782-5422-CC6375EA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0102B3-9681-69D3-B4A3-C423B1874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6E44B9-CAE9-5D4A-D329-9ACF7C91D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3D3160-6E9B-8617-743B-39966251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CE1843-057A-8AF6-D1AB-425AE785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E9E558-3D5D-D7CE-C30C-9BCE10B3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829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E98D2-BE7F-563A-CC22-9D712804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8C8EFD-7C11-234F-4559-74EAB7725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65960B-FF69-E36E-C2BA-B83F252FC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7BE724-04E8-E1BC-F874-0C471CB2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BEA636-5903-4CAE-103B-7A82F5C1A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E73686-2F5A-6077-CCBD-436F6691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45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AF5B1-A105-30B7-9E76-F613ACD0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BF891A-3FE8-4056-34CE-8B0AE811B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0F9F7-4030-02AB-D4F4-FF6ED39B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08873C-F349-3B66-08C3-2A510772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24F0B-7937-2EF6-C7C9-DAB53A7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613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10E52C-D276-AFF5-1CDF-6828504A4A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C2215F-8541-9157-6703-1E282C1C3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3A6505-70BA-0005-D402-AD36CD9A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5B1CE-C5E8-9D7B-1558-E6FDCC1A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3DFF99-BDA6-67C6-FD6E-A03DD5E9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86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DC38D1-920E-8CD4-DC72-8E22BF414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BE040-C132-8F4F-FFF4-FBDE9DA1C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88A55-612C-AF22-5282-F4E925684E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269C5-7D1A-49ED-96BE-4E8C10F10E9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D47525-CAAC-C771-3D15-15C92F9F3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CCDDD2-2EF9-CED8-AAAF-3A66CEA10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C43A1-F88E-4C0C-AFD0-9FFC64942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63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7CFC6-E7D4-3094-7DFC-92F7F83862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Readiness Review of RPC Electronics 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D2F3CD-F7A1-0765-2300-0986D08DB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zh-CN" dirty="0"/>
          </a:p>
          <a:p>
            <a:r>
              <a:rPr lang="en-US" altLang="zh-CN" dirty="0"/>
              <a:t>Ning Zhe</a:t>
            </a:r>
          </a:p>
          <a:p>
            <a:endParaRPr lang="en-US" altLang="zh-CN" dirty="0"/>
          </a:p>
          <a:p>
            <a:r>
              <a:rPr lang="en-US" altLang="zh-CN" dirty="0"/>
              <a:t>ningzhe@ihep.ac.cn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100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D9B375-AD04-DE29-9207-80277179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C73B71-0CF1-0C39-0812-7A02F1391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The final design of electronics system</a:t>
            </a:r>
          </a:p>
          <a:p>
            <a:r>
              <a:rPr lang="en-US" altLang="zh-CN" dirty="0"/>
              <a:t>2. The test result of final electronics systems</a:t>
            </a:r>
          </a:p>
          <a:p>
            <a:r>
              <a:rPr lang="en-US" altLang="zh-CN" dirty="0"/>
              <a:t>2. The preparation of mass production</a:t>
            </a:r>
          </a:p>
          <a:p>
            <a:r>
              <a:rPr lang="en-US" altLang="zh-CN" dirty="0"/>
              <a:t>3. Schedule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011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7A618-4CBE-710C-B32D-8E57DEC7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电子学设计目标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493429-8327-BE9C-2FFF-9ED3FC53C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实现</a:t>
            </a:r>
            <a:r>
              <a:rPr lang="en-US" altLang="zh-CN" dirty="0"/>
              <a:t>853x80=68240</a:t>
            </a:r>
            <a:r>
              <a:rPr lang="zh-CN" altLang="en-US" dirty="0"/>
              <a:t>个通道的读出，按</a:t>
            </a:r>
            <a:r>
              <a:rPr lang="en-US" altLang="zh-CN" dirty="0"/>
              <a:t>PAD</a:t>
            </a:r>
            <a:r>
              <a:rPr lang="zh-CN" altLang="en-US" dirty="0"/>
              <a:t>分组为事例打上时间戳，并给出设定时间内</a:t>
            </a:r>
            <a:r>
              <a:rPr lang="en-US" altLang="zh-CN" dirty="0"/>
              <a:t>PAD</a:t>
            </a:r>
            <a:r>
              <a:rPr lang="zh-CN" altLang="en-US" dirty="0"/>
              <a:t>内部的</a:t>
            </a:r>
            <a:r>
              <a:rPr lang="en-US" altLang="zh-CN" dirty="0" err="1"/>
              <a:t>hitmap</a:t>
            </a:r>
            <a:r>
              <a:rPr lang="zh-CN" altLang="en-US" dirty="0"/>
              <a:t>；</a:t>
            </a:r>
            <a:endParaRPr lang="en-US" altLang="zh-CN"/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要求电子学联合探测器实现符合时间分辨小于</a:t>
            </a:r>
            <a:r>
              <a:rPr lang="en-US" altLang="zh-CN" dirty="0"/>
              <a:t>2 ns</a:t>
            </a:r>
            <a:r>
              <a:rPr lang="zh-CN" altLang="en-US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44899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0EFE5-1294-3C53-6A30-BD3CDCA38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小结：最终板系统与测试系统差别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3789FDA-1CE2-712B-5323-976C4B0A4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426165"/>
              </p:ext>
            </p:extLst>
          </p:nvPr>
        </p:nvGraphicFramePr>
        <p:xfrm>
          <a:off x="968513" y="1838318"/>
          <a:ext cx="1014840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378">
                  <a:extLst>
                    <a:ext uri="{9D8B030D-6E8A-4147-A177-3AD203B41FA5}">
                      <a16:colId xmlns:a16="http://schemas.microsoft.com/office/drawing/2014/main" val="1245692910"/>
                    </a:ext>
                  </a:extLst>
                </a:gridCol>
                <a:gridCol w="3299791">
                  <a:extLst>
                    <a:ext uri="{9D8B030D-6E8A-4147-A177-3AD203B41FA5}">
                      <a16:colId xmlns:a16="http://schemas.microsoft.com/office/drawing/2014/main" val="3261515334"/>
                    </a:ext>
                  </a:extLst>
                </a:gridCol>
                <a:gridCol w="2484783">
                  <a:extLst>
                    <a:ext uri="{9D8B030D-6E8A-4147-A177-3AD203B41FA5}">
                      <a16:colId xmlns:a16="http://schemas.microsoft.com/office/drawing/2014/main" val="1476666204"/>
                    </a:ext>
                  </a:extLst>
                </a:gridCol>
                <a:gridCol w="2375452">
                  <a:extLst>
                    <a:ext uri="{9D8B030D-6E8A-4147-A177-3AD203B41FA5}">
                      <a16:colId xmlns:a16="http://schemas.microsoft.com/office/drawing/2014/main" val="3323508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最终板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测试板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Reasons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42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Internal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External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48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TCP</a:t>
                      </a:r>
                      <a:r>
                        <a:rPr lang="zh-CN" altLang="en-US" dirty="0"/>
                        <a:t>对应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Lower budget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87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Reset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PPS for reset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专用复位板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Cross talk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396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Clock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White Rabbit, 62.5 MHz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专用时钟板</a:t>
                      </a:r>
                      <a:r>
                        <a:rPr lang="en-US" altLang="zh-CN" dirty="0"/>
                        <a:t>, 125 MHz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Cross talk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10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时间戳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秒以上时间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粗时间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细时间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粗时间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细时间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Increase time range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638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Interconnection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FPC + C.A.T 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FFC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Cross talk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1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Power Source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Power for 6 RPC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Power for 1 RPC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20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111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D5E62-9141-F4F5-99EA-DDA69072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test result of electronics boards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42DB15-F07B-45D0-F589-AAF2098BF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Electronics self test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Integration test with RPC modules &amp; DAQ</a:t>
            </a:r>
            <a:r>
              <a:rPr lang="zh-CN" altLang="en-US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447552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9AACAE-8692-7885-706D-8D8998F4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TDC Electronics Self Test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2BD25B-E285-BC56-07E8-DFA7FA502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554F31-3361-8FBF-236E-7030C6DF6473}"/>
              </a:ext>
            </a:extLst>
          </p:cNvPr>
          <p:cNvSpPr txBox="1"/>
          <p:nvPr/>
        </p:nvSpPr>
        <p:spPr>
          <a:xfrm>
            <a:off x="947143" y="6032746"/>
            <a:ext cx="5331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CTR of two channel in the same TDC board</a:t>
            </a:r>
            <a:endParaRPr lang="zh-CN" altLang="en-US" dirty="0"/>
          </a:p>
        </p:txBody>
      </p:sp>
      <p:pic>
        <p:nvPicPr>
          <p:cNvPr id="7" name="图片 6" descr="图表, 直方图&#10;&#10;AI 生成的内容可能不正确。">
            <a:extLst>
              <a:ext uri="{FF2B5EF4-FFF2-40B4-BE49-F238E27FC236}">
                <a16:creationId xmlns:a16="http://schemas.microsoft.com/office/drawing/2014/main" id="{B46EC5F1-B7F0-B22D-CC83-25106C084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64" y="1690688"/>
            <a:ext cx="6101226" cy="416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6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45F4D-74DD-06EB-D14F-E12B9559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TDC board </a:t>
            </a:r>
            <a:r>
              <a:rPr lang="zh-CN" altLang="en-US" dirty="0"/>
              <a:t>改版和焊接</a:t>
            </a:r>
          </a:p>
        </p:txBody>
      </p:sp>
      <p:pic>
        <p:nvPicPr>
          <p:cNvPr id="5" name="内容占位符 4" descr="电子设备的屏幕&#10;&#10;AI 生成的内容可能不正确。">
            <a:extLst>
              <a:ext uri="{FF2B5EF4-FFF2-40B4-BE49-F238E27FC236}">
                <a16:creationId xmlns:a16="http://schemas.microsoft.com/office/drawing/2014/main" id="{026BF75F-322E-A9E7-6534-7C572A731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451" y="1785869"/>
            <a:ext cx="3262228" cy="4351338"/>
          </a:xfr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6BE416D-85C3-4DA9-EA78-0182B432C0C1}"/>
              </a:ext>
            </a:extLst>
          </p:cNvPr>
          <p:cNvSpPr/>
          <p:nvPr/>
        </p:nvSpPr>
        <p:spPr>
          <a:xfrm>
            <a:off x="7553739" y="4040257"/>
            <a:ext cx="954157" cy="39259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C23251-0681-7231-8581-9DB2235A88A5}"/>
              </a:ext>
            </a:extLst>
          </p:cNvPr>
          <p:cNvSpPr/>
          <p:nvPr/>
        </p:nvSpPr>
        <p:spPr>
          <a:xfrm>
            <a:off x="7159486" y="2216426"/>
            <a:ext cx="954157" cy="3925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99D4DE-F4FB-474B-35AD-436642B2884D}"/>
              </a:ext>
            </a:extLst>
          </p:cNvPr>
          <p:cNvSpPr txBox="1"/>
          <p:nvPr/>
        </p:nvSpPr>
        <p:spPr>
          <a:xfrm>
            <a:off x="1167848" y="2057400"/>
            <a:ext cx="36835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改版要求：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红框更改电源插座封装，使得插座能够直接焊接在板子，而不是飞线出来连接；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r>
              <a:rPr lang="zh-CN" altLang="en-US" dirty="0"/>
              <a:t>焊接要求更新：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黄框建议焊盘保留，但是焊接时不焊接插针，因为这个针与线缆存在干涉，后续如果需要调试，再自行焊接；</a:t>
            </a:r>
          </a:p>
        </p:txBody>
      </p:sp>
    </p:spTree>
    <p:extLst>
      <p:ext uri="{BB962C8B-B14F-4D97-AF65-F5344CB8AC3E}">
        <p14:creationId xmlns:p14="http://schemas.microsoft.com/office/powerpoint/2010/main" val="320497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4A740-CDBB-8AF8-87E9-7B95BBB0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Middle board</a:t>
            </a:r>
            <a:r>
              <a:rPr lang="zh-CN" altLang="en-US" dirty="0"/>
              <a:t>改版和焊接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BAA117B2-778D-DD30-10C8-3177860CE8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51373" y="339193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58D6003-12A8-1242-0487-6232D74D0E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3773" y="354433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B02A89B-8B0B-E0F2-F558-639E5B263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19" y="1621166"/>
            <a:ext cx="2300080" cy="3066773"/>
          </a:xfrm>
          <a:prstGeom prst="rect">
            <a:avLst/>
          </a:prstGeom>
        </p:spPr>
      </p:pic>
      <p:pic>
        <p:nvPicPr>
          <p:cNvPr id="10" name="图片 9" descr="图示, 示意图&#10;&#10;AI 生成的内容可能不正确。">
            <a:extLst>
              <a:ext uri="{FF2B5EF4-FFF2-40B4-BE49-F238E27FC236}">
                <a16:creationId xmlns:a16="http://schemas.microsoft.com/office/drawing/2014/main" id="{6D93E528-6D66-F852-6596-1CA8EF929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002" y="1569452"/>
            <a:ext cx="2672798" cy="317020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CDD6C54-27B4-2A37-D786-A27B656A5048}"/>
              </a:ext>
            </a:extLst>
          </p:cNvPr>
          <p:cNvSpPr/>
          <p:nvPr/>
        </p:nvSpPr>
        <p:spPr>
          <a:xfrm>
            <a:off x="8738151" y="3991600"/>
            <a:ext cx="954157" cy="3925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081D6F-0F1E-F281-DAAE-1A3CF5F49AC1}"/>
              </a:ext>
            </a:extLst>
          </p:cNvPr>
          <p:cNvSpPr txBox="1"/>
          <p:nvPr/>
        </p:nvSpPr>
        <p:spPr>
          <a:xfrm>
            <a:off x="709804" y="1338693"/>
            <a:ext cx="506441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改版要求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红框</a:t>
            </a:r>
            <a:r>
              <a:rPr lang="en-US" altLang="zh-CN" dirty="0"/>
              <a:t>VOUT4</a:t>
            </a:r>
            <a:r>
              <a:rPr lang="zh-CN" altLang="en-US" dirty="0"/>
              <a:t>没有和</a:t>
            </a:r>
            <a:r>
              <a:rPr lang="en-US" altLang="zh-CN" dirty="0"/>
              <a:t>VOUT3</a:t>
            </a:r>
            <a:r>
              <a:rPr lang="zh-CN" altLang="en-US" dirty="0"/>
              <a:t>并联，导致</a:t>
            </a:r>
            <a:r>
              <a:rPr lang="en-US" altLang="zh-CN" dirty="0"/>
              <a:t>VOUT3</a:t>
            </a:r>
            <a:r>
              <a:rPr lang="zh-CN" altLang="en-US" dirty="0"/>
              <a:t>输出电压异常，需要将</a:t>
            </a:r>
            <a:r>
              <a:rPr lang="en-US" altLang="zh-CN" dirty="0"/>
              <a:t>VOUT4</a:t>
            </a:r>
            <a:r>
              <a:rPr lang="zh-CN" altLang="en-US" dirty="0"/>
              <a:t>引线出来和</a:t>
            </a:r>
            <a:r>
              <a:rPr lang="en-US" altLang="zh-CN" dirty="0"/>
              <a:t>VOUT3</a:t>
            </a:r>
            <a:r>
              <a:rPr lang="zh-CN" altLang="en-US" dirty="0"/>
              <a:t>并联（通过红色飞线已经验证可行）；蓝框</a:t>
            </a:r>
            <a:r>
              <a:rPr lang="en-US" altLang="zh-CN" dirty="0"/>
              <a:t>VOUT2</a:t>
            </a:r>
            <a:r>
              <a:rPr lang="zh-CN" altLang="en-US" dirty="0"/>
              <a:t>也需要和</a:t>
            </a:r>
            <a:r>
              <a:rPr lang="en-US" altLang="zh-CN" dirty="0"/>
              <a:t>VOUT1</a:t>
            </a:r>
            <a:r>
              <a:rPr lang="zh-CN" altLang="en-US" dirty="0"/>
              <a:t>并联在一起；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绿框的</a:t>
            </a:r>
            <a:r>
              <a:rPr lang="en-US" altLang="zh-CN" dirty="0"/>
              <a:t>JTAG</a:t>
            </a:r>
            <a:r>
              <a:rPr lang="zh-CN" altLang="en-US" dirty="0"/>
              <a:t>管脚位置错误，连接网线后对地短路（通过特制网线调整避免短路后验证系统可以正常加载）；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一种是修改位置；正确位置是：</a:t>
            </a:r>
            <a:endParaRPr lang="en-US" altLang="zh-CN" dirty="0"/>
          </a:p>
          <a:p>
            <a:r>
              <a:rPr lang="en-US" altLang="zh-CN" dirty="0"/>
              <a:t>TDI</a:t>
            </a:r>
            <a:r>
              <a:rPr lang="zh-CN" altLang="en-US" dirty="0"/>
              <a:t>：</a:t>
            </a:r>
            <a:r>
              <a:rPr lang="en-US" altLang="zh-CN" dirty="0"/>
              <a:t>2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TMS</a:t>
            </a:r>
            <a:r>
              <a:rPr lang="zh-CN" altLang="en-US" dirty="0"/>
              <a:t>： </a:t>
            </a:r>
            <a:r>
              <a:rPr lang="en-US" altLang="zh-CN" dirty="0"/>
              <a:t>4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TCK</a:t>
            </a:r>
            <a:r>
              <a:rPr lang="zh-CN" altLang="en-US" dirty="0"/>
              <a:t>：</a:t>
            </a:r>
            <a:r>
              <a:rPr lang="en-US" altLang="zh-CN" dirty="0"/>
              <a:t>6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TDO</a:t>
            </a:r>
            <a:r>
              <a:rPr lang="zh-CN" altLang="en-US" dirty="0"/>
              <a:t>：</a:t>
            </a:r>
            <a:r>
              <a:rPr lang="en-US" altLang="zh-CN" dirty="0"/>
              <a:t>8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另一种使用特制网线，但这样和另外</a:t>
            </a:r>
            <a:r>
              <a:rPr lang="en-US" altLang="zh-CN" dirty="0"/>
              <a:t>2</a:t>
            </a:r>
            <a:r>
              <a:rPr lang="zh-CN" altLang="en-US" dirty="0"/>
              <a:t>根不同</a:t>
            </a:r>
            <a:endParaRPr lang="en-US" altLang="zh-CN" dirty="0"/>
          </a:p>
          <a:p>
            <a:r>
              <a:rPr lang="zh-CN" altLang="en-US" dirty="0"/>
              <a:t>焊接注意要求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r>
              <a:rPr lang="en-US" altLang="zh-CN" dirty="0"/>
              <a:t>LTM4644</a:t>
            </a:r>
            <a:r>
              <a:rPr lang="zh-CN" altLang="en-US" dirty="0"/>
              <a:t>焊接之前一定要充分烘干；</a:t>
            </a:r>
          </a:p>
        </p:txBody>
      </p:sp>
      <p:pic>
        <p:nvPicPr>
          <p:cNvPr id="14" name="图片 13" descr="表格&#10;&#10;AI 生成的内容可能不正确。">
            <a:extLst>
              <a:ext uri="{FF2B5EF4-FFF2-40B4-BE49-F238E27FC236}">
                <a16:creationId xmlns:a16="http://schemas.microsoft.com/office/drawing/2014/main" id="{693B9B62-C0DF-B39E-5FA5-7F402CC93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254" y="5064115"/>
            <a:ext cx="3286149" cy="142876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1674867-60BD-0D16-F7C0-68AF34FB8BCC}"/>
              </a:ext>
            </a:extLst>
          </p:cNvPr>
          <p:cNvSpPr/>
          <p:nvPr/>
        </p:nvSpPr>
        <p:spPr>
          <a:xfrm>
            <a:off x="6440556" y="5155875"/>
            <a:ext cx="954157" cy="10610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F96C10-191B-50BC-E1CA-B91F90801AB0}"/>
              </a:ext>
            </a:extLst>
          </p:cNvPr>
          <p:cNvSpPr/>
          <p:nvPr/>
        </p:nvSpPr>
        <p:spPr>
          <a:xfrm>
            <a:off x="8738151" y="2502420"/>
            <a:ext cx="954157" cy="39259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216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A2843-1D4E-2F95-2B5C-C771FEB6C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Backend board modification</a:t>
            </a:r>
            <a:endParaRPr lang="zh-CN" altLang="en-US" dirty="0"/>
          </a:p>
        </p:txBody>
      </p:sp>
      <p:pic>
        <p:nvPicPr>
          <p:cNvPr id="5" name="内容占位符 4" descr="图片包含 游戏机, 电子, 电路&#10;&#10;AI 生成的内容可能不正确。">
            <a:extLst>
              <a:ext uri="{FF2B5EF4-FFF2-40B4-BE49-F238E27FC236}">
                <a16:creationId xmlns:a16="http://schemas.microsoft.com/office/drawing/2014/main" id="{6A2B2B0B-C08E-F0B0-24E5-154AA907C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951" y="1740348"/>
            <a:ext cx="5801784" cy="435133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E95FECF-BD8A-B3E1-D5C4-F4741757528E}"/>
              </a:ext>
            </a:extLst>
          </p:cNvPr>
          <p:cNvSpPr/>
          <p:nvPr/>
        </p:nvSpPr>
        <p:spPr>
          <a:xfrm>
            <a:off x="6803335" y="3916017"/>
            <a:ext cx="2773017" cy="1088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39D018-72F6-06D3-A8E2-AFDDAF08F23C}"/>
              </a:ext>
            </a:extLst>
          </p:cNvPr>
          <p:cNvSpPr txBox="1"/>
          <p:nvPr/>
        </p:nvSpPr>
        <p:spPr>
          <a:xfrm>
            <a:off x="432352" y="1690688"/>
            <a:ext cx="47509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焊接要求更新：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</a:t>
            </a:r>
            <a:r>
              <a:rPr lang="en-US" altLang="zh-CN" dirty="0"/>
              <a:t>2</a:t>
            </a:r>
            <a:r>
              <a:rPr lang="zh-CN" altLang="en-US" dirty="0"/>
              <a:t>个排针建议改成</a:t>
            </a:r>
            <a:r>
              <a:rPr lang="en-US" altLang="zh-CN" dirty="0"/>
              <a:t>90</a:t>
            </a:r>
            <a:r>
              <a:rPr lang="zh-CN" altLang="en-US" dirty="0"/>
              <a:t>度的弯针，这样装上盒子后依然可以连接；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改版：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是否需要加入</a:t>
            </a:r>
            <a:r>
              <a:rPr lang="en-US" altLang="zh-CN" dirty="0"/>
              <a:t>DDR</a:t>
            </a:r>
            <a:r>
              <a:rPr lang="zh-CN" altLang="en-US" dirty="0"/>
              <a:t>？</a:t>
            </a:r>
            <a:r>
              <a:rPr lang="zh-CN" altLang="en-US" dirty="0">
                <a:solidFill>
                  <a:srgbClr val="FF0000"/>
                </a:solidFill>
              </a:rPr>
              <a:t>当前设计没有</a:t>
            </a:r>
            <a:r>
              <a:rPr lang="en-US" altLang="zh-CN" dirty="0">
                <a:solidFill>
                  <a:srgbClr val="FF0000"/>
                </a:solidFill>
              </a:rPr>
              <a:t>DDR</a:t>
            </a:r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TCP</a:t>
            </a:r>
            <a:r>
              <a:rPr lang="zh-CN" altLang="en-US" dirty="0"/>
              <a:t>节点能缓存事例长度（</a:t>
            </a:r>
            <a:r>
              <a:rPr lang="en-US" altLang="zh-CN" dirty="0"/>
              <a:t>16byte/event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TDC</a:t>
            </a:r>
            <a:r>
              <a:rPr lang="zh-CN" altLang="en-US" dirty="0"/>
              <a:t>板：</a:t>
            </a:r>
            <a:r>
              <a:rPr lang="en-US" altLang="zh-CN" dirty="0"/>
              <a:t>16*10ch*60board=9600 events</a:t>
            </a:r>
          </a:p>
          <a:p>
            <a:r>
              <a:rPr lang="en-US" altLang="zh-CN" dirty="0"/>
              <a:t>Middle</a:t>
            </a:r>
            <a:r>
              <a:rPr lang="zh-CN" altLang="en-US" dirty="0"/>
              <a:t>板：</a:t>
            </a:r>
            <a:r>
              <a:rPr lang="en-US" altLang="zh-CN" dirty="0"/>
              <a:t>16*5ch*12board=720 events</a:t>
            </a:r>
          </a:p>
          <a:p>
            <a:r>
              <a:rPr lang="en-US" altLang="zh-CN" dirty="0"/>
              <a:t>Backend</a:t>
            </a:r>
            <a:r>
              <a:rPr lang="zh-CN" altLang="en-US" dirty="0"/>
              <a:t>板：</a:t>
            </a:r>
            <a:r>
              <a:rPr lang="en-US" altLang="zh-CN" dirty="0"/>
              <a:t>8192*12ch=98304 events</a:t>
            </a:r>
          </a:p>
          <a:p>
            <a:endParaRPr lang="en-US" altLang="zh-CN" dirty="0"/>
          </a:p>
          <a:p>
            <a:r>
              <a:rPr lang="en-US" altLang="zh-CN" dirty="0"/>
              <a:t>FPGA FIFO</a:t>
            </a:r>
            <a:r>
              <a:rPr lang="zh-CN" altLang="en-US" dirty="0"/>
              <a:t>能缓存</a:t>
            </a:r>
            <a:r>
              <a:rPr lang="en-US" altLang="zh-CN" dirty="0"/>
              <a:t>108,624 events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AD1119-F595-8487-6FB7-1825C1F16762}"/>
              </a:ext>
            </a:extLst>
          </p:cNvPr>
          <p:cNvSpPr txBox="1"/>
          <p:nvPr/>
        </p:nvSpPr>
        <p:spPr>
          <a:xfrm>
            <a:off x="432352" y="6369849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估算：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PAD 200 Hz</a:t>
            </a:r>
            <a:r>
              <a:rPr lang="zh-CN" altLang="en-US" dirty="0"/>
              <a:t>，在</a:t>
            </a:r>
            <a:r>
              <a:rPr lang="en-US" altLang="zh-CN" dirty="0"/>
              <a:t>1</a:t>
            </a:r>
            <a:r>
              <a:rPr lang="zh-CN" altLang="en-US" dirty="0"/>
              <a:t>秒内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TCP</a:t>
            </a:r>
            <a:r>
              <a:rPr lang="zh-CN" altLang="en-US" dirty="0"/>
              <a:t>对应的</a:t>
            </a:r>
            <a:r>
              <a:rPr lang="en-US" altLang="zh-CN" dirty="0"/>
              <a:t>60</a:t>
            </a:r>
            <a:r>
              <a:rPr lang="zh-CN" altLang="en-US" dirty="0"/>
              <a:t>个</a:t>
            </a:r>
            <a:r>
              <a:rPr lang="en-US" altLang="zh-CN" dirty="0"/>
              <a:t>RPC</a:t>
            </a:r>
            <a:r>
              <a:rPr lang="zh-CN" altLang="en-US" dirty="0"/>
              <a:t>模块是</a:t>
            </a:r>
            <a:r>
              <a:rPr lang="en-US" altLang="zh-CN" dirty="0"/>
              <a:t>120,000 events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5118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75A7D-7CBC-76A5-B78C-602372736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The preparation of mass production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0D20A5-457D-260D-8FE1-088B19338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377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92030-FE85-05C1-8BF5-5C36DABE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Schedules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13148F1-F5E5-CE6E-5BC9-F2082425F6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4324422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61254541"/>
                    </a:ext>
                  </a:extLst>
                </a:gridCol>
                <a:gridCol w="1860274">
                  <a:extLst>
                    <a:ext uri="{9D8B030D-6E8A-4147-A177-3AD203B41FA5}">
                      <a16:colId xmlns:a16="http://schemas.microsoft.com/office/drawing/2014/main" val="2850424979"/>
                    </a:ext>
                  </a:extLst>
                </a:gridCol>
                <a:gridCol w="3397526">
                  <a:extLst>
                    <a:ext uri="{9D8B030D-6E8A-4147-A177-3AD203B41FA5}">
                      <a16:colId xmlns:a16="http://schemas.microsoft.com/office/drawing/2014/main" val="33983510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31773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Readiness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Location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75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Modifications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 week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34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PCB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weeks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Shenzhen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605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PCBA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weeks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Parts had been purchased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Shenzhen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58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Assembly &amp; Test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 week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Signed contracts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Langfang(</a:t>
                      </a:r>
                      <a:r>
                        <a:rPr lang="zh-CN" altLang="en-US" dirty="0"/>
                        <a:t>廊坊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60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Aging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 week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IHEP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354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266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2837</TotalTime>
  <Words>571</Words>
  <Application>Microsoft Office PowerPoint</Application>
  <PresentationFormat>宽屏</PresentationFormat>
  <Paragraphs>112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Readiness Review of RPC Electronics </vt:lpstr>
      <vt:lpstr>Outline</vt:lpstr>
      <vt:lpstr>电子学设计目标</vt:lpstr>
      <vt:lpstr>小结：最终板系统与测试系统差别</vt:lpstr>
      <vt:lpstr>The test result of electronics boards</vt:lpstr>
      <vt:lpstr>TDC Electronics Self Test</vt:lpstr>
      <vt:lpstr>TDC board 改版和焊接</vt:lpstr>
      <vt:lpstr>Middle board改版和焊接</vt:lpstr>
      <vt:lpstr>Backend board modification</vt:lpstr>
      <vt:lpstr>2. The preparation of mass production</vt:lpstr>
      <vt:lpstr>Schedules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abc4329803@126.com</dc:creator>
  <cp:lastModifiedBy>abc4329803@126.com</cp:lastModifiedBy>
  <cp:revision>1</cp:revision>
  <dcterms:created xsi:type="dcterms:W3CDTF">2025-12-19T03:20:06Z</dcterms:created>
  <dcterms:modified xsi:type="dcterms:W3CDTF">2025-12-22T11:35:56Z</dcterms:modified>
</cp:coreProperties>
</file>