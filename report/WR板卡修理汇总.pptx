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257D0D-93A2-43F7-866D-3B3D1A4700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FDAE6C3-B504-4267-A217-7007DFBEAC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39E134-AC8F-4734-A5E1-752B210FA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D643A-6A7B-419B-A471-F99107FEA2B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55D847-1238-4F94-AE41-0D142131D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18F6BA-BFE1-471B-A79D-F2BB81BD9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993AF-6069-45BB-BB06-23C921B06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270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E8877A-0F7A-4DDF-9498-65B410781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B5D649-1299-4DE4-A6FD-C7C322118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B1F5E7-CFEB-45B1-B0CC-74344E1CE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D643A-6A7B-419B-A471-F99107FEA2B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26E44-87F5-4AA0-9291-28579527E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E1F4F5-8761-4E33-8DA2-10F79FDF0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993AF-6069-45BB-BB06-23C921B06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616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F40618-8DC4-4BB0-BA8E-6C08EE8F9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CB8E521-8D1B-4AE3-AC90-D17AC6D0B6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8E4152-FF60-4A79-8059-CAB85083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D643A-6A7B-419B-A471-F99107FEA2B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2B7F6A-0D45-431E-8A93-63F729220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F9FC52-8F11-4B53-8218-7EF6FA592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993AF-6069-45BB-BB06-23C921B06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409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5127A2-D7F8-4827-A6D3-156083F51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10CFAC-C96A-4F35-8B93-4677EBBFD6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A528E79-FC87-43A4-B2D9-2E6865DF51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EDBF701-F0EE-4B82-B0FC-56795AE7C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D643A-6A7B-419B-A471-F99107FEA2B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87E0105-1B53-4793-BFB3-B0D8B67DF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6E766EB-089A-41C4-B146-4F99ADDEA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993AF-6069-45BB-BB06-23C921B06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469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336133-3D31-4B76-865C-A3FF9D4D2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292CA1-C382-46D2-AF7B-B31F967E9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27CAFAE-EA8F-42CF-BEAB-5D64B2E53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5578067-2AF5-4518-BF37-8091499400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40B0D5E-57B2-42F2-BB57-0118A98F40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2CDEB34-5D16-4EF1-A344-33F25FA52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D643A-6A7B-419B-A471-F99107FEA2B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29B203B-9073-4E40-BF49-A5A3A0CC8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C0FF9ED-1B5D-4F52-88E6-366D9350E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993AF-6069-45BB-BB06-23C921B06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307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8FAB2B-B3D3-4A83-B1E3-CB0412BC1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5EDD1E0-A21A-43DC-9994-C59853F14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D643A-6A7B-419B-A471-F99107FEA2B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8A52973-5979-4BA9-87C7-7809C4C84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342A834-80D0-432E-8CB0-83D1788B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993AF-6069-45BB-BB06-23C921B06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659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97C092D-5A87-41E4-A83F-467D0D526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D643A-6A7B-419B-A471-F99107FEA2B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42402C1-CE3A-4294-B6DF-1FA4771DD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7E92BE-AA37-493B-A93F-3B2BFA1AC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993AF-6069-45BB-BB06-23C921B06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607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DE79BA-D381-43A8-9816-D6446ED08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1D8760-0D4A-480D-9572-7A6897284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B8869D3-AAA3-492C-BE7E-F6AD7553B3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BC1E21B-DA30-4977-8718-904A7F35D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D643A-6A7B-419B-A471-F99107FEA2B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0A860D4-EC4F-4AA5-9EE2-D7EF25FF0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1F58399-C3E3-4638-AB5C-E78270AD0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993AF-6069-45BB-BB06-23C921B06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549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785E1F-FA0E-406E-8A1B-6783C08C4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6C3CBBA-D68A-48E9-BC51-E2D7A2F8D6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E55971F-F07B-4CA4-85C9-25DA596B09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5CDD86-2477-42F5-996E-84AC03E26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D643A-6A7B-419B-A471-F99107FEA2B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795B7D7-32AF-4C15-8988-6B7553FC9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0E760FB-1DB8-4600-BB62-27C45E8FB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993AF-6069-45BB-BB06-23C921B06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505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DB609B-EF19-422C-854F-7E3D51BDC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2BBB81-CA31-4620-86D6-2F46749203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C391DE-D058-4421-BCAE-A79A05029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D643A-6A7B-419B-A471-F99107FEA2B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94ED24-163A-47A3-BA61-5EFC2A4FD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CEC7D3-26C9-41BE-BFB2-60DC4B130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993AF-6069-45BB-BB06-23C921B06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344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FDF7FC1-BF02-43A0-BDD9-790230A0E3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6C93EE9-6773-4667-9A78-07253C29A2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0005CE-AEC9-456B-BAD2-219FCDAC2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D643A-6A7B-419B-A471-F99107FEA2B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8C19BC-F753-49FB-A7D1-CAA6B815F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B60CD4-CABA-4434-86E2-AD2717884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993AF-6069-45BB-BB06-23C921B06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928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6CD0B89-6A59-4621-9DB1-64B3BB8F0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B1A07F4-61F8-4678-A310-639935B52B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FF6562-E594-4493-A5B9-7C1842E8B3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8D643A-6A7B-419B-A471-F99107FEA2B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282B34-EAA2-4184-8D47-88D44AEC92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25B42E-9AEF-4633-AEA1-B98CA0ABFC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993AF-6069-45BB-BB06-23C921B06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984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C2BC97-39B4-40C5-9454-E2361903E0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190473D-5966-4973-9187-BF7952FF14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384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4AB743-F1E5-49EF-AB41-C910F6D43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AB1FC6C4-BEC1-41C5-8770-63A49B8F8B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6000536"/>
              </p:ext>
            </p:extLst>
          </p:nvPr>
        </p:nvGraphicFramePr>
        <p:xfrm>
          <a:off x="177800" y="1825625"/>
          <a:ext cx="1187026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028">
                  <a:extLst>
                    <a:ext uri="{9D8B030D-6E8A-4147-A177-3AD203B41FA5}">
                      <a16:colId xmlns:a16="http://schemas.microsoft.com/office/drawing/2014/main" val="1412252046"/>
                    </a:ext>
                  </a:extLst>
                </a:gridCol>
                <a:gridCol w="3312035">
                  <a:extLst>
                    <a:ext uri="{9D8B030D-6E8A-4147-A177-3AD203B41FA5}">
                      <a16:colId xmlns:a16="http://schemas.microsoft.com/office/drawing/2014/main" val="2760510117"/>
                    </a:ext>
                  </a:extLst>
                </a:gridCol>
                <a:gridCol w="4946657">
                  <a:extLst>
                    <a:ext uri="{9D8B030D-6E8A-4147-A177-3AD203B41FA5}">
                      <a16:colId xmlns:a16="http://schemas.microsoft.com/office/drawing/2014/main" val="519696585"/>
                    </a:ext>
                  </a:extLst>
                </a:gridCol>
                <a:gridCol w="1266619">
                  <a:extLst>
                    <a:ext uri="{9D8B030D-6E8A-4147-A177-3AD203B41FA5}">
                      <a16:colId xmlns:a16="http://schemas.microsoft.com/office/drawing/2014/main" val="2634511355"/>
                    </a:ext>
                  </a:extLst>
                </a:gridCol>
                <a:gridCol w="1899927">
                  <a:extLst>
                    <a:ext uri="{9D8B030D-6E8A-4147-A177-3AD203B41FA5}">
                      <a16:colId xmlns:a16="http://schemas.microsoft.com/office/drawing/2014/main" val="703955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故障现象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解决办法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其他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当前状态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375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收货后短路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换了</a:t>
                      </a:r>
                      <a:r>
                        <a:rPr lang="en-US" altLang="zh-CN" dirty="0"/>
                        <a:t>FPGA</a:t>
                      </a:r>
                      <a:r>
                        <a:rPr lang="zh-CN" altLang="en-US" dirty="0"/>
                        <a:t>不短路，但是</a:t>
                      </a:r>
                      <a:r>
                        <a:rPr lang="en-US" altLang="zh-CN" dirty="0"/>
                        <a:t>JTAG</a:t>
                      </a:r>
                      <a:r>
                        <a:rPr lang="zh-CN" altLang="en-US" dirty="0"/>
                        <a:t>无法找到</a:t>
                      </a:r>
                      <a:r>
                        <a:rPr lang="en-US" altLang="zh-CN" dirty="0"/>
                        <a:t>FPGA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板子翘曲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坏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9676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收货后</a:t>
                      </a:r>
                      <a:r>
                        <a:rPr lang="en-US" altLang="zh-CN" dirty="0"/>
                        <a:t>3.3V</a:t>
                      </a:r>
                      <a:r>
                        <a:rPr lang="zh-CN" altLang="en-US" dirty="0"/>
                        <a:t>电阻只有</a:t>
                      </a:r>
                      <a:r>
                        <a:rPr lang="en-US" altLang="zh-CN" dirty="0"/>
                        <a:t>1</a:t>
                      </a:r>
                      <a:r>
                        <a:rPr lang="zh-CN" altLang="en-US" dirty="0"/>
                        <a:t>欧姆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重新焊接后故障消失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板子翘曲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正常，已老化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056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上电有啸叫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更换</a:t>
                      </a:r>
                      <a:r>
                        <a:rPr lang="en-US" altLang="zh-CN" dirty="0"/>
                        <a:t>U5</a:t>
                      </a:r>
                      <a:r>
                        <a:rPr lang="zh-CN" altLang="en-US" dirty="0"/>
                        <a:t>这个</a:t>
                      </a:r>
                      <a:r>
                        <a:rPr lang="en-US" altLang="zh-CN" dirty="0"/>
                        <a:t>LTM4644</a:t>
                      </a:r>
                      <a:r>
                        <a:rPr lang="zh-CN" altLang="en-US" dirty="0"/>
                        <a:t>这个芯片正常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正常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7200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FPGA</a:t>
                      </a:r>
                      <a:r>
                        <a:rPr lang="zh-CN" altLang="en-US" dirty="0"/>
                        <a:t>无法正常加载</a:t>
                      </a:r>
                      <a:r>
                        <a:rPr lang="en-US" altLang="zh-CN" dirty="0"/>
                        <a:t>FLASH</a:t>
                      </a:r>
                      <a:r>
                        <a:rPr lang="zh-CN" altLang="en-US" dirty="0"/>
                        <a:t>固件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重新焊接</a:t>
                      </a:r>
                      <a:r>
                        <a:rPr lang="en-US" altLang="zh-CN" dirty="0"/>
                        <a:t>FPGA</a:t>
                      </a:r>
                      <a:r>
                        <a:rPr lang="zh-CN" altLang="en-US" dirty="0"/>
                        <a:t>后正常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正常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1433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#5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JTAG</a:t>
                      </a:r>
                      <a:r>
                        <a:rPr lang="zh-CN" altLang="en-US" dirty="0"/>
                        <a:t>无法找到</a:t>
                      </a:r>
                      <a:r>
                        <a:rPr lang="en-US" altLang="zh-CN" dirty="0"/>
                        <a:t>FPGA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更换</a:t>
                      </a:r>
                      <a:r>
                        <a:rPr lang="en-US" altLang="zh-CN" dirty="0"/>
                        <a:t>FPGA</a:t>
                      </a:r>
                      <a:r>
                        <a:rPr lang="zh-CN" altLang="en-US" dirty="0"/>
                        <a:t>后</a:t>
                      </a:r>
                      <a:r>
                        <a:rPr lang="en-US" altLang="zh-CN" dirty="0"/>
                        <a:t>JTAG</a:t>
                      </a:r>
                      <a:r>
                        <a:rPr lang="zh-CN" altLang="en-US" dirty="0"/>
                        <a:t>烧写无法找到时钟，</a:t>
                      </a:r>
                      <a:r>
                        <a:rPr lang="en-US" altLang="zh-CN" dirty="0"/>
                        <a:t>3.3 V</a:t>
                      </a:r>
                      <a:r>
                        <a:rPr lang="zh-CN" altLang="en-US" dirty="0"/>
                        <a:t>短路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坏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5083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8124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1699</TotalTime>
  <Words>93</Words>
  <Application>Microsoft Office PowerPoint</Application>
  <PresentationFormat>宽屏</PresentationFormat>
  <Paragraphs>26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等线 Light</vt:lpstr>
      <vt:lpstr>Arial</vt:lpstr>
      <vt:lpstr>Calibri</vt:lpstr>
      <vt:lpstr>Calibri Light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DELL</cp:lastModifiedBy>
  <cp:revision>5</cp:revision>
  <dcterms:created xsi:type="dcterms:W3CDTF">2026-03-17T02:52:04Z</dcterms:created>
  <dcterms:modified xsi:type="dcterms:W3CDTF">2026-03-18T07:11:55Z</dcterms:modified>
</cp:coreProperties>
</file>