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6308B-5581-FA39-1BF6-B589CAE49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0B6772-CF2A-78C8-E82D-4FD49F080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E6E7F-5C81-53C6-A3EC-66600016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762C3-D620-2BF7-30B8-D5A4EBDD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866F7-0E41-FEC3-D6A2-5823C775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39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F5C29-7DF5-94A1-E609-28815810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207C2-7039-07CC-2081-9F6CD0B1C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DC2CA-BB9C-2E52-DBA6-23AFF708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16CDA-14ED-B8EE-058A-CDC4BE31A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12634-0401-F59E-EF9E-626D05F4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816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9AF2B-895A-118A-18BB-58B262AA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F7E83A-1FF1-708E-1BCC-0E0FF693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7D100F-C35D-1FED-B4F3-0F9A50990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8C328-047E-C19B-82BF-4EFF1CB2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7613D-A640-9219-1083-6C24DF6A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13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C6B0C-16F3-79AF-4B50-8FCA778F7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D8F63-7209-6850-5457-2333C691C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CA28EF-3AC7-1508-405B-63E240B44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034A28-1C95-D220-C572-81FE5BE4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47077B-BDB9-F4EC-6B98-C138E3B1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BC2796-0A65-22FD-EF50-6EACE06B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01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49C2D-51B0-0EB3-3475-C2908F4E0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BEDFB-E92A-02D5-94B2-9B03ABA24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F6A0B6-A6F7-ABCB-2A70-587DE64F1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A1A68A-34BB-17B7-07C9-D7D25338F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2EF432-4FF1-EF28-C83B-39FB19631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446FA3-4C52-C121-F423-13D29816B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5918B6B-B7CC-A677-0D2C-51B6492E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1C1883-1724-74B4-26A5-7F282FDB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36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50F16-937A-E903-018C-2899EB4B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7522FD-3637-EBAB-29FE-3491EA68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D8B8C9-3A4C-9947-AC7F-3A5D9334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8ADB47-0985-E3D7-5543-5A40A3F5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2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24ADD2-EA9D-7304-4592-F32C7263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C8EB50-A731-3AA2-2F8C-9C729AB1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B6FEB5-D255-C1BA-3D69-9DAF4344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69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A727A-F203-B794-2B6B-67BE1C69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C5B5A-D918-70E6-24E0-3A16AF48D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DB176-4BD1-AF07-DCE8-8911EEF11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F4FD66-35A8-98D3-4ACC-992AC328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02BB5A-7DE0-2EFD-BACC-B9C436F5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B0C530-9A56-73B7-0AB6-D26D20F6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21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42266-0630-0BF1-081E-FF6F48D73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19B144-41DC-41A3-1668-1B2D0A651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C9E936-1C88-074D-D475-96BA29997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6B583-68C2-A710-815C-675429B9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76D8AE-3273-DABC-FC2F-FEECB1DA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EC3397-A7EA-1BCA-0F35-860C06FA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48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5B9E5-FC01-DE45-29EA-99FE4B6C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0622B4-DC2C-F240-E019-5A7202662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7DC34-41AC-87E2-7BB0-90C75712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2777B8-AA1B-2376-BC8A-CF59DD40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651B5-5C66-628D-653E-C487B801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67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4F002-8598-2A70-BCDD-351682A1E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6676CE-5D7F-E09B-2BFB-9EB241934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8697B-E77E-181D-7E9F-77F9CCD7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ADFCB-744C-E92E-1321-CC1C8EAF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CD03C-C689-536B-8A7A-0FB9C487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7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587285-036C-B177-08E7-461B5EB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9270D7-2075-3D18-DD04-0097C62A0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351BE-FD15-F485-B23B-B84EF3DB0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8B42A-B632-474E-AEB6-5613E7454541}" type="datetimeFigureOut">
              <a:rPr lang="zh-CN" altLang="en-US" smtClean="0"/>
              <a:t>2025-6-18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2233B-EC32-6D7A-3B5B-BAAFD63E8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D8B017-CD44-D222-97FC-2169F214D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62DCC-38A6-4539-B67A-870D653BC9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800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834AA-9BF6-C5A5-0625-A3259B4B3D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JUNO RPC </a:t>
            </a:r>
            <a:r>
              <a:rPr lang="zh-CN" altLang="en-US" dirty="0"/>
              <a:t>总体方案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507A2C-33A1-DBF5-8546-C7ABA7B93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2025-5-4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7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EEBE2-101D-35B4-21F8-AFD834B8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4" y="63122"/>
            <a:ext cx="10515600" cy="67511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数据传输结构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4D914B-2C7D-2994-ED87-3C234214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334" y="892186"/>
            <a:ext cx="12192000" cy="570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5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565B4-7218-468E-5F56-8A33CAE9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10" y="163789"/>
            <a:ext cx="10515600" cy="68349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时钟及复位传输结构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476A61-AE07-D2E6-1203-7713BB52D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874"/>
            <a:ext cx="12192000" cy="52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9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D3DF3-04DA-1809-6732-285FAA3B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79" y="102401"/>
            <a:ext cx="10515600" cy="5786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电源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1C49915-91D9-41BD-57E5-5AE4A762D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03" y="681037"/>
            <a:ext cx="11550650" cy="59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0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38621-2156-20F4-DB4E-EC71C76F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8" y="84094"/>
            <a:ext cx="10515600" cy="45699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设备汇总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2902C91-4DA1-1415-0CB7-929BB2324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170812"/>
              </p:ext>
            </p:extLst>
          </p:nvPr>
        </p:nvGraphicFramePr>
        <p:xfrm>
          <a:off x="272642" y="672139"/>
          <a:ext cx="11669977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296">
                  <a:extLst>
                    <a:ext uri="{9D8B030D-6E8A-4147-A177-3AD203B41FA5}">
                      <a16:colId xmlns:a16="http://schemas.microsoft.com/office/drawing/2014/main" val="1912908415"/>
                    </a:ext>
                  </a:extLst>
                </a:gridCol>
                <a:gridCol w="4202054">
                  <a:extLst>
                    <a:ext uri="{9D8B030D-6E8A-4147-A177-3AD203B41FA5}">
                      <a16:colId xmlns:a16="http://schemas.microsoft.com/office/drawing/2014/main" val="4181035250"/>
                    </a:ext>
                  </a:extLst>
                </a:gridCol>
                <a:gridCol w="1433184">
                  <a:extLst>
                    <a:ext uri="{9D8B030D-6E8A-4147-A177-3AD203B41FA5}">
                      <a16:colId xmlns:a16="http://schemas.microsoft.com/office/drawing/2014/main" val="3228177480"/>
                    </a:ext>
                  </a:extLst>
                </a:gridCol>
                <a:gridCol w="1297153">
                  <a:extLst>
                    <a:ext uri="{9D8B030D-6E8A-4147-A177-3AD203B41FA5}">
                      <a16:colId xmlns:a16="http://schemas.microsoft.com/office/drawing/2014/main" val="3560376930"/>
                    </a:ext>
                  </a:extLst>
                </a:gridCol>
                <a:gridCol w="1247071">
                  <a:extLst>
                    <a:ext uri="{9D8B030D-6E8A-4147-A177-3AD203B41FA5}">
                      <a16:colId xmlns:a16="http://schemas.microsoft.com/office/drawing/2014/main" val="1111494664"/>
                    </a:ext>
                  </a:extLst>
                </a:gridCol>
                <a:gridCol w="2392219">
                  <a:extLst>
                    <a:ext uri="{9D8B030D-6E8A-4147-A177-3AD203B41FA5}">
                      <a16:colId xmlns:a16="http://schemas.microsoft.com/office/drawing/2014/main" val="32042831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使用数量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备件量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价格（万）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补充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9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10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小白兔交换机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34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35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二级汇总板与交换机光纤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64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二级汇总板盒子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7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二级汇总板电源线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2m</a:t>
                      </a:r>
                      <a:r>
                        <a:rPr lang="zh-CN" altLang="en-US" dirty="0" smtClean="0"/>
                        <a:t>长双绞线</a:t>
                      </a:r>
                      <a:r>
                        <a:rPr lang="en-US" altLang="zh-CN" dirty="0" smtClean="0"/>
                        <a:t>,1 mm^2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14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一级汇总板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22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一级二级汇总板</a:t>
                      </a:r>
                      <a:r>
                        <a:rPr lang="en-US" altLang="zh-CN" dirty="0" smtClean="0"/>
                        <a:t>CAT7</a:t>
                      </a:r>
                      <a:r>
                        <a:rPr lang="zh-CN" altLang="en-US" dirty="0" smtClean="0"/>
                        <a:t>数据</a:t>
                      </a:r>
                      <a:r>
                        <a:rPr lang="zh-CN" altLang="en-US" dirty="0"/>
                        <a:t>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2m</a:t>
                      </a:r>
                      <a:r>
                        <a:rPr lang="zh-CN" altLang="en-US" dirty="0" smtClean="0"/>
                        <a:t>长带总的屏蔽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53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一级汇总板电源线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2m</a:t>
                      </a:r>
                      <a:r>
                        <a:rPr lang="zh-CN" altLang="en-US" dirty="0" smtClean="0"/>
                        <a:t>长双绞线</a:t>
                      </a:r>
                      <a:r>
                        <a:rPr lang="en-US" altLang="zh-CN" dirty="0" smtClean="0"/>
                        <a:t>,1 mm^2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51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122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板与一级汇总板排线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20cm FPC</a:t>
                      </a:r>
                      <a:r>
                        <a:rPr lang="zh-CN" altLang="en-US" dirty="0" smtClean="0"/>
                        <a:t>线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二级汇总与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板同轴刻度线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SMA</a:t>
                      </a:r>
                      <a:r>
                        <a:rPr lang="zh-CN" altLang="en-US" dirty="0" smtClean="0"/>
                        <a:t>同轴线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28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板与一级汇总板机箱配件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687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干燥机柜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73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程控电源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28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04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小白兔用光纤：</a:t>
            </a:r>
            <a:r>
              <a:rPr lang="en-US" altLang="zh-CN" dirty="0" smtClean="0"/>
              <a:t>20 *100=2000 m</a:t>
            </a:r>
          </a:p>
          <a:p>
            <a:r>
              <a:rPr lang="zh-CN" altLang="en-US" dirty="0" smtClean="0"/>
              <a:t>二</a:t>
            </a:r>
            <a:r>
              <a:rPr lang="zh-CN" altLang="en-US" dirty="0"/>
              <a:t>级汇总板电源</a:t>
            </a:r>
            <a:r>
              <a:rPr lang="zh-CN" altLang="en-US" dirty="0" smtClean="0"/>
              <a:t>线长度</a:t>
            </a:r>
            <a:r>
              <a:rPr lang="en-US" altLang="zh-CN" dirty="0" smtClean="0"/>
              <a:t>(</a:t>
            </a:r>
            <a:r>
              <a:rPr lang="zh-CN" altLang="en-US" dirty="0" smtClean="0"/>
              <a:t>含正负的一对线</a:t>
            </a:r>
            <a:r>
              <a:rPr lang="en-US" altLang="zh-CN" dirty="0" smtClean="0"/>
              <a:t>)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16x2</a:t>
            </a:r>
            <a:r>
              <a:rPr lang="en-US" altLang="zh-CN" dirty="0"/>
              <a:t>x</a:t>
            </a:r>
            <a:r>
              <a:rPr lang="en-US" altLang="zh-CN" dirty="0" smtClean="0"/>
              <a:t>1.1=36 m</a:t>
            </a:r>
          </a:p>
          <a:p>
            <a:r>
              <a:rPr lang="en-US" altLang="zh-CN" dirty="0"/>
              <a:t>CAT7</a:t>
            </a:r>
            <a:r>
              <a:rPr lang="zh-CN" altLang="en-US" dirty="0"/>
              <a:t>数据</a:t>
            </a:r>
            <a:r>
              <a:rPr lang="zh-CN" altLang="en-US" dirty="0" smtClean="0"/>
              <a:t>线（含</a:t>
            </a:r>
            <a:r>
              <a:rPr lang="en-US" altLang="zh-CN" dirty="0" smtClean="0"/>
              <a:t>2</a:t>
            </a:r>
            <a:r>
              <a:rPr lang="zh-CN" altLang="en-US" dirty="0" smtClean="0"/>
              <a:t>两端水晶</a:t>
            </a:r>
            <a:r>
              <a:rPr lang="zh-CN" altLang="en-US" dirty="0"/>
              <a:t>头</a:t>
            </a:r>
            <a:r>
              <a:rPr lang="zh-CN" altLang="en-US" dirty="0" smtClean="0"/>
              <a:t>）：</a:t>
            </a:r>
            <a:r>
              <a:rPr lang="en-US" altLang="zh-CN" dirty="0" smtClean="0"/>
              <a:t>600x2</a:t>
            </a:r>
            <a:r>
              <a:rPr lang="en-US" altLang="zh-CN" dirty="0"/>
              <a:t>x</a:t>
            </a:r>
            <a:r>
              <a:rPr lang="en-US" altLang="zh-CN" dirty="0" smtClean="0"/>
              <a:t>1.1=1320 m</a:t>
            </a:r>
            <a:endParaRPr lang="zh-CN" altLang="en-US" dirty="0"/>
          </a:p>
          <a:p>
            <a:r>
              <a:rPr lang="zh-CN" altLang="en-US" dirty="0" smtClean="0"/>
              <a:t>一级</a:t>
            </a:r>
            <a:r>
              <a:rPr lang="zh-CN" altLang="en-US" dirty="0"/>
              <a:t>汇总板电源线长度</a:t>
            </a:r>
            <a:r>
              <a:rPr lang="zh-CN" altLang="en-US" dirty="0" smtClean="0"/>
              <a:t>：</a:t>
            </a:r>
            <a:r>
              <a:rPr lang="en-US" altLang="zh-CN" dirty="0" smtClean="0"/>
              <a:t>400x2</a:t>
            </a:r>
            <a:r>
              <a:rPr lang="en-US" altLang="zh-CN" dirty="0"/>
              <a:t>x</a:t>
            </a:r>
            <a:r>
              <a:rPr lang="en-US" altLang="zh-CN" dirty="0" smtClean="0"/>
              <a:t>1.1=880 m</a:t>
            </a:r>
          </a:p>
          <a:p>
            <a:r>
              <a:rPr lang="zh-CN" altLang="en-US" dirty="0"/>
              <a:t>排</a:t>
            </a:r>
            <a:r>
              <a:rPr lang="zh-CN" altLang="en-US" dirty="0" smtClean="0"/>
              <a:t>线（含两端接头）：</a:t>
            </a:r>
            <a:r>
              <a:rPr lang="en-US" altLang="zh-CN" dirty="0" smtClean="0"/>
              <a:t>1200x0.2x1.1 = 264 m</a:t>
            </a:r>
          </a:p>
          <a:p>
            <a:r>
              <a:rPr lang="zh-CN" altLang="en-US" dirty="0" smtClean="0"/>
              <a:t>同轴刻度线（</a:t>
            </a:r>
            <a:r>
              <a:rPr lang="zh-CN" altLang="en-US" dirty="0"/>
              <a:t>含</a:t>
            </a:r>
            <a:r>
              <a:rPr lang="zh-CN" altLang="en-US" dirty="0" smtClean="0"/>
              <a:t>两端</a:t>
            </a:r>
            <a:r>
              <a:rPr lang="en-US" altLang="zh-CN" dirty="0" smtClean="0"/>
              <a:t>SMA</a:t>
            </a:r>
            <a:r>
              <a:rPr lang="zh-CN" altLang="en-US" dirty="0" smtClean="0"/>
              <a:t>接头）：</a:t>
            </a:r>
            <a:r>
              <a:rPr lang="en-US" altLang="zh-CN" dirty="0" smtClean="0"/>
              <a:t>200m</a:t>
            </a:r>
            <a:r>
              <a:rPr lang="zh-CN" altLang="en-US" dirty="0" smtClean="0"/>
              <a:t>长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601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7477</TotalTime>
  <Words>246</Words>
  <Application>Microsoft Office PowerPoint</Application>
  <PresentationFormat>宽屏</PresentationFormat>
  <Paragraphs>90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JUNO RPC 总体方案</vt:lpstr>
      <vt:lpstr>数据传输结构</vt:lpstr>
      <vt:lpstr>时钟及复位传输结构</vt:lpstr>
      <vt:lpstr>电源</vt:lpstr>
      <vt:lpstr>设备汇总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JUNO RPC 总体方案</dc:title>
  <dc:creator>Xiaoshan Jiang</dc:creator>
  <cp:lastModifiedBy>webuser</cp:lastModifiedBy>
  <cp:revision>32</cp:revision>
  <dcterms:created xsi:type="dcterms:W3CDTF">2025-05-04T04:48:52Z</dcterms:created>
  <dcterms:modified xsi:type="dcterms:W3CDTF">2025-06-23T01:01:29Z</dcterms:modified>
</cp:coreProperties>
</file>