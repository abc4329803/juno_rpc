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59CB9-B48F-4D0E-BBA4-8722A103C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341EFD-90AB-4828-B754-91521576C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760AA2-4D99-4B5C-A2AD-B4EFC1DA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F3C335-A05E-4019-BE8F-71F94D75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BAD9BF-7FF8-4AB6-97FF-3CF28246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1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15150-88E6-41E7-94E7-7D8CA5BD2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327F99-1421-4B71-BF39-A19DA67BE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623259-0FB5-4741-8A05-3958C887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9AEB52-EEEF-4A3E-ADF3-25471145E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2B525E-C45E-4814-B233-647C53EA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83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3060A-E1A2-4A06-8AF0-2C0D0496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17A305-F3DE-41F6-B139-710794725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3E11CF-8D95-4CBB-8F6C-1C82749C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919D2-8D7A-46CE-965D-4E02A0F02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D54BF9-AE0D-4D05-B72D-5395FBC84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83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C6F6F-608C-4878-B84F-AC5662EA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B75D71-8CCA-4D83-9C82-EA481A058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BAB425-3C8B-4566-BA1E-3916B4085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0E0ECA-615E-4718-B92E-4D945FE05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246163-B4D9-4B6F-B010-7B6413A28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2F4898-5197-4A76-A3E9-506FA9E4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6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E5E8BA-1883-4802-A18B-100212D23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D601FA-99FB-4AC7-87C7-31ADF63C6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579F9D-AF11-450D-9B0A-1C578A535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89D245-CC58-4FC7-B405-1E314EB0E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A6A315-AA94-49D2-A699-EA7562A108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031013-58A1-404E-A5E2-BC4C6A2B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663389-E8E4-4AB3-B585-C156A3CD9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4FDB6C-1884-4A70-9CC6-69BE45B7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90921-E5F1-4D8C-9FBA-BF73F4EB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61D04C-153B-4416-8DBA-07BA8C69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03C535-6AFF-4030-B5CA-D6BB1D52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201714-FFD1-4BDA-9D46-03636FCF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C3EBE5-15D9-4510-B749-B16A3EA7D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D7383-1BF0-47CC-B830-143B249C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E7F99C-0AB0-446D-BC30-FC6F08CD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07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F71436-6B27-4CBE-8069-DDBD3531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23537-B509-4DFB-ACCE-5CEAD93C1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74E343-F3CD-47BF-9732-A6EC77A7B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E5527D-EDC4-4187-9F63-80FF02BA7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3D1411-3B0A-4BEF-9C9D-433BBC35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54F6A5-5B02-4179-9440-ACC76A13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2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600A7-910E-4951-8B0E-B5D696EA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6F6F41-FCA3-454C-94C4-E693D8D7D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D42FDE-B404-49B6-8D74-3FC2FAC16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15A990-F799-435A-816E-2636CCCC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4590E9-6F67-488E-BB5F-FDC775695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EDEFF7-8797-436D-94E3-0B64875E8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47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B8A77-71E2-4D14-97D7-5B9A78D6C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2C88D8-7005-4F4F-945E-7F26699A4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15BA22-A071-4792-906D-5BB3D63FC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4AC926-BDEC-418F-B258-783A7BAFF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0C3BFC-21C3-44C1-857A-AEC531D4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7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B22E8F-7341-470F-94A4-775176B0C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1F127A-DD27-4F40-B584-FD80EBE2D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D19984-E249-4120-B433-914E57C11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FFEB81-FF7A-42AA-8927-BDC7B23CE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384E0D-7DCE-44FB-949D-C1C4F8BA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1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E676E9-C4F2-47DD-BC5E-84B5C599B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EAFA2-8DF2-4BCD-B7D6-CF57F5E95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6E5AFF-2F8B-4658-BC7E-FBF3CC4EB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3A119-4E81-40F3-AA06-270872B72FE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7F8B66-F217-4512-B3C7-B60426AC8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DED7AA-1ED9-4589-8E53-6630DBF3B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BAFB4-EF3C-4B0F-99A3-90AC39C88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9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012E09-C364-4383-A4DF-ED47661987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老化小结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1C3C77-9DEF-4A17-9BA4-ED6EAE390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宁哲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79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AB08D-1A3B-422A-A962-9B2428568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TDC board</a:t>
            </a:r>
            <a:r>
              <a:rPr lang="zh-CN" altLang="en-US" dirty="0"/>
              <a:t> </a:t>
            </a:r>
            <a:r>
              <a:rPr lang="en-US" altLang="zh-CN" dirty="0"/>
              <a:t>check list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4D813B-DAE1-43D8-973E-9322CBBE8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altLang="zh-CN" dirty="0"/>
              <a:t>Power Interface</a:t>
            </a:r>
            <a:r>
              <a:rPr lang="zh-CN" altLang="en-US" dirty="0"/>
              <a:t>： 确认修改正确，专门从江门寄回线缆进行验证；</a:t>
            </a:r>
            <a:endParaRPr lang="en-US" altLang="zh-CN" dirty="0"/>
          </a:p>
          <a:p>
            <a:r>
              <a:rPr lang="en-US" dirty="0"/>
              <a:t>2. </a:t>
            </a:r>
            <a:r>
              <a:rPr lang="en-US" altLang="zh-CN" dirty="0"/>
              <a:t>DAC </a:t>
            </a:r>
            <a:r>
              <a:rPr lang="zh-CN" altLang="en-US" dirty="0"/>
              <a:t>运放：确认正常工作，设定</a:t>
            </a:r>
            <a:r>
              <a:rPr lang="en-US" altLang="zh-CN" dirty="0"/>
              <a:t>500 mV</a:t>
            </a:r>
            <a:r>
              <a:rPr lang="zh-CN" altLang="en-US" dirty="0"/>
              <a:t>，输出</a:t>
            </a:r>
            <a:r>
              <a:rPr lang="en-US" altLang="zh-CN" dirty="0"/>
              <a:t>498 mV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dirty="0"/>
              <a:t>3. </a:t>
            </a:r>
            <a:r>
              <a:rPr lang="en-US" altLang="zh-CN" dirty="0"/>
              <a:t>JTAG</a:t>
            </a:r>
            <a:r>
              <a:rPr lang="zh-CN" altLang="en-US" dirty="0"/>
              <a:t>插针：按照要求未焊接；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605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B338D-ADD0-44A4-8B62-23BBB4E72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 boards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4DF52C-475A-4A60-8AFB-4EC4F9223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altLang="zh-CN" dirty="0"/>
              <a:t>JTAG</a:t>
            </a:r>
            <a:r>
              <a:rPr lang="zh-CN" altLang="en-US" dirty="0"/>
              <a:t>接口修改确认正常，可用标准网线；</a:t>
            </a:r>
            <a:endParaRPr lang="en-US" altLang="zh-CN" dirty="0"/>
          </a:p>
          <a:p>
            <a:r>
              <a:rPr lang="en-US" dirty="0"/>
              <a:t>2. </a:t>
            </a:r>
            <a:r>
              <a:rPr lang="zh-CN" altLang="en-US" dirty="0"/>
              <a:t>增加了</a:t>
            </a:r>
            <a:r>
              <a:rPr lang="en-US" altLang="zh-CN" dirty="0"/>
              <a:t>3</a:t>
            </a:r>
            <a:r>
              <a:rPr lang="zh-CN" altLang="en-US" dirty="0"/>
              <a:t>个二极管后，经过</a:t>
            </a:r>
            <a:r>
              <a:rPr lang="en-US" altLang="zh-CN" dirty="0"/>
              <a:t>8</a:t>
            </a:r>
            <a:r>
              <a:rPr lang="zh-CN" altLang="en-US" dirty="0"/>
              <a:t>个二极管后电压从</a:t>
            </a:r>
            <a:r>
              <a:rPr lang="en-US" altLang="zh-CN" dirty="0"/>
              <a:t>12V</a:t>
            </a:r>
            <a:r>
              <a:rPr lang="zh-CN" altLang="en-US" dirty="0"/>
              <a:t>降到</a:t>
            </a:r>
            <a:r>
              <a:rPr lang="en-US" altLang="zh-CN" dirty="0"/>
              <a:t>6.76V;</a:t>
            </a:r>
          </a:p>
          <a:p>
            <a:r>
              <a:rPr lang="zh-CN" altLang="en-US" dirty="0"/>
              <a:t>部分板卡的二极管方向焊反；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23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674114-9EF5-4113-9064-0CB4116B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Backend board</a:t>
            </a:r>
            <a:r>
              <a:rPr lang="en-US" altLang="zh-CN"/>
              <a:t>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48296-4F4E-458A-8E5A-94C3E7F2E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其中</a:t>
            </a:r>
            <a:r>
              <a:rPr lang="en-US" altLang="zh-CN" dirty="0"/>
              <a:t>2</a:t>
            </a:r>
            <a:r>
              <a:rPr lang="zh-CN" altLang="en-US" dirty="0"/>
              <a:t>个板卡短路（</a:t>
            </a:r>
            <a:r>
              <a:rPr lang="en-US" altLang="zh-CN" dirty="0"/>
              <a:t>3.3V</a:t>
            </a:r>
            <a:r>
              <a:rPr lang="zh-CN" altLang="en-US" dirty="0"/>
              <a:t>），分别卸掉</a:t>
            </a:r>
            <a:r>
              <a:rPr lang="en-US" altLang="zh-CN" dirty="0"/>
              <a:t>FPGA</a:t>
            </a:r>
            <a:r>
              <a:rPr lang="zh-CN" altLang="en-US" dirty="0"/>
              <a:t>后不出现短路，重新焊接后一个正常，一个仍然不正常，怀疑</a:t>
            </a:r>
            <a:r>
              <a:rPr lang="en-US" altLang="zh-CN" dirty="0"/>
              <a:t>FPGA</a:t>
            </a:r>
            <a:r>
              <a:rPr lang="zh-CN" altLang="en-US" dirty="0"/>
              <a:t>芯片有问题，观察到这</a:t>
            </a:r>
            <a:r>
              <a:rPr lang="en-US" altLang="zh-CN" dirty="0"/>
              <a:t>2</a:t>
            </a:r>
            <a:r>
              <a:rPr lang="zh-CN" altLang="en-US" dirty="0"/>
              <a:t>个板卡有翘曲，一个向上翘曲，一个向下翘曲；</a:t>
            </a:r>
            <a:endParaRPr lang="en-US" altLang="zh-CN" dirty="0"/>
          </a:p>
          <a:p>
            <a:r>
              <a:rPr lang="zh-CN" altLang="en-US" dirty="0"/>
              <a:t>不正常的板卡，更换</a:t>
            </a:r>
            <a:r>
              <a:rPr lang="en-US" altLang="zh-CN" dirty="0"/>
              <a:t>FPGA</a:t>
            </a:r>
            <a:r>
              <a:rPr lang="zh-CN" altLang="en-US" dirty="0"/>
              <a:t>后短路消失，恢复正常了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老化前上电检测发现有一个板存在啸叫，具体是哪里产生啸叫，还没来得及定位（会不会其他板子也存在啸叫，但是声音小？）；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069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7DD63-2B3A-4624-AAB3-2EB68ACF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57DB63B-E1C3-4A49-A1FF-C3656592D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315" y="1859492"/>
            <a:ext cx="3263503" cy="4351338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CDAC8AB-4BE1-4529-90E4-459F8EA2140B}"/>
              </a:ext>
            </a:extLst>
          </p:cNvPr>
          <p:cNvSpPr txBox="1"/>
          <p:nvPr/>
        </p:nvSpPr>
        <p:spPr>
          <a:xfrm>
            <a:off x="838200" y="2032000"/>
            <a:ext cx="6544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目前已经完成了</a:t>
            </a:r>
            <a:r>
              <a:rPr lang="en-US" altLang="zh-CN" dirty="0"/>
              <a:t>24</a:t>
            </a:r>
            <a:r>
              <a:rPr lang="zh-CN" altLang="en-US" dirty="0"/>
              <a:t>个中间板和</a:t>
            </a:r>
            <a:r>
              <a:rPr lang="en-US" altLang="zh-CN" dirty="0"/>
              <a:t>120</a:t>
            </a:r>
            <a:r>
              <a:rPr lang="zh-CN" altLang="en-US" dirty="0"/>
              <a:t>个前端板的老化（老化期间运行周期性触发），老化前后测试未发现问题（链路正常）；还剩</a:t>
            </a:r>
            <a:r>
              <a:rPr lang="en-US" altLang="zh-CN" dirty="0"/>
              <a:t>1</a:t>
            </a:r>
            <a:r>
              <a:rPr lang="zh-CN" altLang="en-US" dirty="0"/>
              <a:t>个中间板和</a:t>
            </a:r>
            <a:r>
              <a:rPr lang="en-US" altLang="zh-CN" dirty="0"/>
              <a:t>2</a:t>
            </a:r>
            <a:r>
              <a:rPr lang="zh-CN" altLang="en-US" dirty="0"/>
              <a:t>个前端板未进行老化，预计本周末完成；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末端板目前有</a:t>
            </a:r>
            <a:r>
              <a:rPr lang="en-US" altLang="zh-CN" dirty="0"/>
              <a:t>9</a:t>
            </a:r>
            <a:r>
              <a:rPr lang="zh-CN" altLang="en-US" dirty="0"/>
              <a:t>个正在老化（带小白兔和光纤进行老化）；其他板子预计这两天完成老化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9443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283</Words>
  <Application>Microsoft Office PowerPoint</Application>
  <PresentationFormat>宽屏</PresentationFormat>
  <Paragraphs>19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Arial</vt:lpstr>
      <vt:lpstr>Calibri</vt:lpstr>
      <vt:lpstr>Calibri Light</vt:lpstr>
      <vt:lpstr>Office 主题​​</vt:lpstr>
      <vt:lpstr>老化小结</vt:lpstr>
      <vt:lpstr>TDC board check list</vt:lpstr>
      <vt:lpstr>Middle boards</vt:lpstr>
      <vt:lpstr>Backend boards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老化小结</dc:title>
  <dc:creator>DELL</dc:creator>
  <cp:lastModifiedBy>DELL</cp:lastModifiedBy>
  <cp:revision>14</cp:revision>
  <dcterms:created xsi:type="dcterms:W3CDTF">2026-03-12T02:38:57Z</dcterms:created>
  <dcterms:modified xsi:type="dcterms:W3CDTF">2026-03-12T08:45:52Z</dcterms:modified>
</cp:coreProperties>
</file>