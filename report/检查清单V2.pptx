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  <p:sldId id="26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69" y="49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A8DBF1-B4E0-4EBE-90B6-4C473BB3D3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4FB64A4-82D5-4D14-9B3F-555DD8D8C3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043E59-F5DC-4915-895F-1179A50B4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DD465-8990-479D-B9BA-F77317ED14CC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6B0B8E-1CDB-4FC5-94E5-A60FF74D4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0A03123-EBB4-4CE2-AF18-DC04EF35E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3CB9F-73CF-4643-9B23-7011160706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118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E8102E-A111-44E9-93F9-64BDCDF84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AF6464-9667-4F77-A585-72F42BCA1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B77510-8985-4177-9B57-6734D26C7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DD465-8990-479D-B9BA-F77317ED14CC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C16620F-C6DD-4F81-A6DD-FE00717A9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3696B6-1986-4606-BC8A-DAC88237C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3CB9F-73CF-4643-9B23-7011160706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417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E0E974-F81E-4536-A37B-029ABB40A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50BBD5D-15BC-4138-9BF9-C760B48696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FA1A2F-3ECC-4141-8645-2E84D3BAF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DD465-8990-479D-B9BA-F77317ED14CC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1725E0B-F094-4920-9163-F9C7285DC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ACDE87-C94D-4558-99E3-CB67293B1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3CB9F-73CF-4643-9B23-7011160706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680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ACAEB3-6655-484A-B901-8151EDBD9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2E19DAD-A3EA-4815-BBF6-D037935E8C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8CF4B48-B106-4792-8BEC-DA62923710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4F4F9AD-73DB-43AC-B121-02DB24063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DD465-8990-479D-B9BA-F77317ED14CC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B91CDF6-A471-42C5-9FD5-6F4C8C2B4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5877E88-74B9-4295-B44D-A0E536F6E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3CB9F-73CF-4643-9B23-7011160706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05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B01AB4-736B-4042-BAEB-B44D163F4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AFB91AE-F5B7-4D18-9EBB-B76C3237DA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25D0F8D-9D2A-4884-B0FC-5B14C93840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FF9EAB3-C5F1-457B-9F43-4C3D55D85A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BF8C39E-FD7B-42A9-9230-94828F3D26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C28A898-FC36-4B99-8889-1513CCF0A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DD465-8990-479D-B9BA-F77317ED14CC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8F7D95E-80CF-4194-816F-D7A67C448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38CD594-B1BA-45DB-A666-F60995191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3CB9F-73CF-4643-9B23-7011160706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972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977095-9951-4312-8212-1891F526F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29AE518-3277-44B2-9BFE-02295F55A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DD465-8990-479D-B9BA-F77317ED14CC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664B3FF-9B63-4313-8B63-CFEFB15EC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253C577-CA4C-451D-A148-86488393B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3CB9F-73CF-4643-9B23-7011160706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884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3025DCD-77CF-42B9-AF4F-613000C2E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DD465-8990-479D-B9BA-F77317ED14CC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91AE2C6-ECE4-47D1-952A-B9948733F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B62AE17-DB73-49E7-9470-44636B06F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3CB9F-73CF-4643-9B23-7011160706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98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EA9E14-D318-4B87-B753-914B0EBD5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EAE2E3-C9F1-444D-BCAF-D198782E00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085F645-3863-49E5-86D5-40A83DC0A6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5719474-B873-4837-91B7-1B56FF0B0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DD465-8990-479D-B9BA-F77317ED14CC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4946FC7-C6D5-435C-9C37-28543FF5D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EA9BCF2-C5BF-49F5-B451-A8E3E89EA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3CB9F-73CF-4643-9B23-7011160706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013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B801F7-4EC4-4876-B47A-60A6FCF5E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FCE1D81-DE03-48C2-852A-BA6EF671F0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41C7276-DAD4-459B-93C4-6CF6F37F18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EC811E9-2991-46FF-BBD2-A245BA324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DD465-8990-479D-B9BA-F77317ED14CC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74E4070-0D7A-4F45-90E6-B2FD8CF1F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7810E4E-157B-4D84-AEE0-5455148A1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3CB9F-73CF-4643-9B23-7011160706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470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4BAED9-3EE5-4722-B772-1F921B950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919B6A2-C82D-496B-9D52-888B304AE8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03085A-0850-4683-9875-8F9C40961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DD465-8990-479D-B9BA-F77317ED14CC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D4BF164-86C4-4C6A-A540-52453DBB6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3EC2260-FDF4-429D-B6D4-80886954B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3CB9F-73CF-4643-9B23-7011160706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38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1B1E9DE-0637-4DE5-9DA4-221C77A21C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31E80E8-D8D4-4408-AA9A-BBA2838108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D7855F-4564-4CCA-950E-CD8A5B32F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DD465-8990-479D-B9BA-F77317ED14CC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A61B58-6A3B-4411-8B50-50CA11B6E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8720F54-C32A-4A2F-B1C7-15B882287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3CB9F-73CF-4643-9B23-7011160706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874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14F3916-BC5E-415F-8323-C39B1FA7B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C595C59-DC56-43EF-B4B9-07D7C29606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0815CE-53E8-42FE-995E-73A8FE31CF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9DD465-8990-479D-B9BA-F77317ED14CC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4408E5-6BE6-4ACD-B042-D70329D6FA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8016FB0-43A6-4F0D-A3D4-58EB6F3C6E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43CB9F-73CF-4643-9B23-7011160706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618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957ED0-33D2-4BB3-B959-5BD44376BC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check list</a:t>
            </a:r>
            <a:endParaRPr 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08A749E-4030-4790-B4C9-68432E96CF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altLang="zh-CN" dirty="0"/>
              <a:t>Ning </a:t>
            </a:r>
            <a:r>
              <a:rPr lang="en-US" altLang="zh-CN" dirty="0" err="1"/>
              <a:t>Zhe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0628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0AB08D-1A3B-422A-A962-9B2428568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TDC board</a:t>
            </a:r>
            <a:r>
              <a:rPr lang="zh-CN" altLang="en-US" dirty="0"/>
              <a:t> </a:t>
            </a:r>
            <a:r>
              <a:rPr lang="en-US" altLang="zh-CN" dirty="0"/>
              <a:t>check list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4D813B-DAE1-43D8-973E-9322CBBE8F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</a:t>
            </a:r>
            <a:r>
              <a:rPr lang="en-US" altLang="zh-CN" dirty="0"/>
              <a:t>Power Interface</a:t>
            </a:r>
            <a:r>
              <a:rPr lang="zh-CN" altLang="en-US" dirty="0"/>
              <a:t>： 确认修改正确，专门从江门寄回线缆进行验证；</a:t>
            </a:r>
            <a:endParaRPr lang="en-US" altLang="zh-CN" dirty="0"/>
          </a:p>
          <a:p>
            <a:r>
              <a:rPr lang="en-US" dirty="0"/>
              <a:t>2. </a:t>
            </a:r>
            <a:r>
              <a:rPr lang="en-US" altLang="zh-CN" dirty="0"/>
              <a:t>DAC </a:t>
            </a:r>
            <a:r>
              <a:rPr lang="zh-CN" altLang="en-US" dirty="0"/>
              <a:t>运放：确认正常工作，设定</a:t>
            </a:r>
            <a:r>
              <a:rPr lang="en-US" altLang="zh-CN" dirty="0"/>
              <a:t>500 mV</a:t>
            </a:r>
            <a:r>
              <a:rPr lang="zh-CN" altLang="en-US" dirty="0"/>
              <a:t>，输出</a:t>
            </a:r>
            <a:r>
              <a:rPr lang="en-US" altLang="zh-CN" dirty="0"/>
              <a:t>498 mV</a:t>
            </a:r>
            <a:r>
              <a:rPr lang="zh-CN" altLang="en-US" dirty="0"/>
              <a:t>；</a:t>
            </a:r>
            <a:endParaRPr lang="en-US" altLang="zh-CN" dirty="0"/>
          </a:p>
          <a:p>
            <a:r>
              <a:rPr lang="en-US" dirty="0"/>
              <a:t>3. </a:t>
            </a:r>
            <a:r>
              <a:rPr lang="en-US" altLang="zh-CN" dirty="0"/>
              <a:t>JTAG</a:t>
            </a:r>
            <a:r>
              <a:rPr lang="zh-CN" altLang="en-US" dirty="0"/>
              <a:t>插针：按照要求未焊接；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1605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4B338D-ADD0-44A4-8B62-23BBB4E72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Middle boards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4DF52C-475A-4A60-8AFB-4EC4F92232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</a:t>
            </a:r>
            <a:r>
              <a:rPr lang="en-US" altLang="zh-CN" dirty="0"/>
              <a:t>JTAG</a:t>
            </a:r>
            <a:r>
              <a:rPr lang="zh-CN" altLang="en-US" dirty="0"/>
              <a:t>接口修改确认正常，可用标准网线；</a:t>
            </a:r>
            <a:endParaRPr lang="en-US" altLang="zh-CN" dirty="0"/>
          </a:p>
          <a:p>
            <a:r>
              <a:rPr lang="en-US" dirty="0"/>
              <a:t>2. </a:t>
            </a:r>
            <a:r>
              <a:rPr lang="zh-CN" altLang="en-US" dirty="0"/>
              <a:t>增加了</a:t>
            </a:r>
            <a:r>
              <a:rPr lang="en-US" altLang="zh-CN" dirty="0"/>
              <a:t>3</a:t>
            </a:r>
            <a:r>
              <a:rPr lang="zh-CN" altLang="en-US" dirty="0"/>
              <a:t>个二极管后，经过</a:t>
            </a:r>
            <a:r>
              <a:rPr lang="en-US" altLang="zh-CN" dirty="0"/>
              <a:t>8</a:t>
            </a:r>
            <a:r>
              <a:rPr lang="zh-CN" altLang="en-US" dirty="0"/>
              <a:t>个二极管后电压从</a:t>
            </a:r>
            <a:r>
              <a:rPr lang="en-US" altLang="zh-CN" dirty="0"/>
              <a:t>12V</a:t>
            </a:r>
            <a:r>
              <a:rPr lang="zh-CN" altLang="en-US" dirty="0"/>
              <a:t>降到</a:t>
            </a:r>
            <a:r>
              <a:rPr lang="en-US" altLang="zh-CN" dirty="0"/>
              <a:t>6.76V;</a:t>
            </a:r>
          </a:p>
          <a:p>
            <a:r>
              <a:rPr lang="zh-CN" altLang="en-US" dirty="0"/>
              <a:t>部分板卡的二极管方向焊反；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231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674114-9EF5-4113-9064-0CB4116B4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Backend board</a:t>
            </a:r>
            <a:r>
              <a:rPr lang="en-US" altLang="zh-CN"/>
              <a:t>s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48296-4F4E-458A-8E5A-94C3E7F2E5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其中</a:t>
            </a:r>
            <a:r>
              <a:rPr lang="en-US" altLang="zh-CN" dirty="0"/>
              <a:t>2</a:t>
            </a:r>
            <a:r>
              <a:rPr lang="zh-CN" altLang="en-US" dirty="0"/>
              <a:t>个板卡短路（</a:t>
            </a:r>
            <a:r>
              <a:rPr lang="en-US" altLang="zh-CN" dirty="0"/>
              <a:t>3.3V</a:t>
            </a:r>
            <a:r>
              <a:rPr lang="zh-CN" altLang="en-US" dirty="0"/>
              <a:t>），分别卸掉</a:t>
            </a:r>
            <a:r>
              <a:rPr lang="en-US" altLang="zh-CN" dirty="0"/>
              <a:t>FPGA</a:t>
            </a:r>
            <a:r>
              <a:rPr lang="zh-CN" altLang="en-US" dirty="0"/>
              <a:t>后不出现短路，重新焊接后一个正常，一个仍然不正常，怀疑</a:t>
            </a:r>
            <a:r>
              <a:rPr lang="en-US" altLang="zh-CN" dirty="0"/>
              <a:t>FPGA</a:t>
            </a:r>
            <a:r>
              <a:rPr lang="zh-CN" altLang="en-US" dirty="0"/>
              <a:t>芯片有问题，观察到这</a:t>
            </a:r>
            <a:r>
              <a:rPr lang="en-US" altLang="zh-CN" dirty="0"/>
              <a:t>2</a:t>
            </a:r>
            <a:r>
              <a:rPr lang="zh-CN" altLang="en-US" dirty="0"/>
              <a:t>个板卡有翘曲，一个向上翘曲，一个向下翘曲；</a:t>
            </a:r>
            <a:endParaRPr lang="en-US" altLang="zh-CN" dirty="0"/>
          </a:p>
          <a:p>
            <a:r>
              <a:rPr lang="zh-CN" altLang="en-US" dirty="0"/>
              <a:t>不正常的板卡，更换</a:t>
            </a:r>
            <a:r>
              <a:rPr lang="en-US" altLang="zh-CN" dirty="0"/>
              <a:t>FPGA</a:t>
            </a:r>
            <a:r>
              <a:rPr lang="zh-CN" altLang="en-US" dirty="0"/>
              <a:t>后短路消失，恢复正常了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7069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A338E7-6927-46DA-9CFB-F15C0B732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67081840-FC1D-4BCF-ADB9-EE5B817CDF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5221026"/>
              </p:ext>
            </p:extLst>
          </p:nvPr>
        </p:nvGraphicFramePr>
        <p:xfrm>
          <a:off x="838200" y="1825625"/>
          <a:ext cx="10515601" cy="3977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960">
                  <a:extLst>
                    <a:ext uri="{9D8B030D-6E8A-4147-A177-3AD203B41FA5}">
                      <a16:colId xmlns:a16="http://schemas.microsoft.com/office/drawing/2014/main" val="3377433530"/>
                    </a:ext>
                  </a:extLst>
                </a:gridCol>
                <a:gridCol w="2093976">
                  <a:extLst>
                    <a:ext uri="{9D8B030D-6E8A-4147-A177-3AD203B41FA5}">
                      <a16:colId xmlns:a16="http://schemas.microsoft.com/office/drawing/2014/main" val="2026398742"/>
                    </a:ext>
                  </a:extLst>
                </a:gridCol>
                <a:gridCol w="2112086">
                  <a:extLst>
                    <a:ext uri="{9D8B030D-6E8A-4147-A177-3AD203B41FA5}">
                      <a16:colId xmlns:a16="http://schemas.microsoft.com/office/drawing/2014/main" val="208468306"/>
                    </a:ext>
                  </a:extLst>
                </a:gridCol>
                <a:gridCol w="2794238">
                  <a:extLst>
                    <a:ext uri="{9D8B030D-6E8A-4147-A177-3AD203B41FA5}">
                      <a16:colId xmlns:a16="http://schemas.microsoft.com/office/drawing/2014/main" val="2277894526"/>
                    </a:ext>
                  </a:extLst>
                </a:gridCol>
                <a:gridCol w="1930341">
                  <a:extLst>
                    <a:ext uri="{9D8B030D-6E8A-4147-A177-3AD203B41FA5}">
                      <a16:colId xmlns:a16="http://schemas.microsoft.com/office/drawing/2014/main" val="38372312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时间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高能所组装和老化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现场电子学安装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第</a:t>
                      </a:r>
                      <a:r>
                        <a:rPr lang="en-US" altLang="zh-CN" dirty="0"/>
                        <a:t>2</a:t>
                      </a:r>
                      <a:r>
                        <a:rPr lang="zh-CN" altLang="en-US" dirty="0"/>
                        <a:t>次批量生产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现场机械安装（干燥）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8288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3.1-3.7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宁哲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78007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3.7-3.15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王仰夫</a:t>
                      </a:r>
                      <a:r>
                        <a:rPr lang="en-US" altLang="zh-CN" dirty="0"/>
                        <a:t>/</a:t>
                      </a:r>
                      <a:r>
                        <a:rPr lang="zh-CN" altLang="en-US" dirty="0"/>
                        <a:t>樊磊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宁哲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55036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3.16-3.30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王仰夫</a:t>
                      </a:r>
                      <a:r>
                        <a:rPr lang="en-US" altLang="zh-CN" dirty="0"/>
                        <a:t>/</a:t>
                      </a:r>
                      <a:r>
                        <a:rPr lang="zh-CN" altLang="en-US" dirty="0"/>
                        <a:t>樊磊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宁哲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焊接时前往工厂呆</a:t>
                      </a:r>
                      <a:r>
                        <a:rPr lang="en-US" altLang="zh-CN" dirty="0"/>
                        <a:t>2</a:t>
                      </a:r>
                      <a:r>
                        <a:rPr lang="zh-CN" altLang="en-US" dirty="0"/>
                        <a:t>天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5279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3.30-4.6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王仰夫</a:t>
                      </a:r>
                      <a:r>
                        <a:rPr lang="en-US" altLang="zh-CN" dirty="0"/>
                        <a:t>/</a:t>
                      </a:r>
                      <a:r>
                        <a:rPr lang="zh-CN" altLang="en-US" dirty="0"/>
                        <a:t>樊磊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宁哲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63590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4.7-4.14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樊磊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3362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4.15-4.22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王仰夫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王仰夫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26423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4.22-4.30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胡俊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3610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5.1-5.7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宁哲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94708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5.8-5.15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/>
                        <a:t>宁哲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1358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2619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46182F-1872-4EF2-9BAB-253ED3FFA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存在的困难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D8D0094-922B-4E91-8F54-63FAC6688D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个别板子测试有问题，不确定是不是板子本身有问题；</a:t>
            </a:r>
            <a:endParaRPr lang="en-US" altLang="zh-CN" dirty="0"/>
          </a:p>
          <a:p>
            <a:r>
              <a:rPr lang="zh-CN" altLang="en-US" dirty="0"/>
              <a:t>三防漆是自己找人涂，还是外包找专业的人涂？</a:t>
            </a:r>
            <a:endParaRPr lang="en-US" altLang="zh-C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1613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1958</TotalTime>
  <Words>272</Words>
  <Application>Microsoft Office PowerPoint</Application>
  <PresentationFormat>宽屏</PresentationFormat>
  <Paragraphs>46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2" baseType="lpstr">
      <vt:lpstr>等线</vt:lpstr>
      <vt:lpstr>等线 Light</vt:lpstr>
      <vt:lpstr>Arial</vt:lpstr>
      <vt:lpstr>Calibri</vt:lpstr>
      <vt:lpstr>Calibri Light</vt:lpstr>
      <vt:lpstr>Office 主题​​</vt:lpstr>
      <vt:lpstr>check list</vt:lpstr>
      <vt:lpstr>TDC board check list</vt:lpstr>
      <vt:lpstr>Middle boards</vt:lpstr>
      <vt:lpstr>Backend boards</vt:lpstr>
      <vt:lpstr>PowerPoint 演示文稿</vt:lpstr>
      <vt:lpstr>存在的困难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DELL</dc:creator>
  <cp:lastModifiedBy>DELL</cp:lastModifiedBy>
  <cp:revision>24</cp:revision>
  <dcterms:created xsi:type="dcterms:W3CDTF">2026-02-09T07:01:36Z</dcterms:created>
  <dcterms:modified xsi:type="dcterms:W3CDTF">2026-03-04T10:29:01Z</dcterms:modified>
</cp:coreProperties>
</file>