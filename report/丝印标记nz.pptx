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94" r:id="rId2"/>
    <p:sldId id="261" r:id="rId3"/>
    <p:sldId id="295" r:id="rId4"/>
    <p:sldId id="296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YangFu" initials="Y" lastIdx="2" clrIdx="0">
    <p:extLst>
      <p:ext uri="{19B8F6BF-5375-455C-9EA6-DF929625EA0E}">
        <p15:presenceInfo xmlns:p15="http://schemas.microsoft.com/office/powerpoint/2012/main" userId="bd07eb3877a5bafa" providerId="Windows Live"/>
      </p:ext>
    </p:extLst>
  </p:cmAuthor>
  <p:cmAuthor id="2" name="DELL" initials="D" lastIdx="1" clrIdx="1">
    <p:extLst>
      <p:ext uri="{19B8F6BF-5375-455C-9EA6-DF929625EA0E}">
        <p15:presenceInfo xmlns:p15="http://schemas.microsoft.com/office/powerpoint/2012/main" userId="135593c22d12fa7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817" autoAdjust="0"/>
    <p:restoredTop sz="94660"/>
  </p:normalViewPr>
  <p:slideViewPr>
    <p:cSldViewPr snapToGrid="0">
      <p:cViewPr>
        <p:scale>
          <a:sx n="125" d="100"/>
          <a:sy n="125" d="100"/>
        </p:scale>
        <p:origin x="9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CBBB96-DCD7-49D2-882E-00C797001208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9582F-1FCB-4BD7-9E75-68B6326DB95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58662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9377B3-D879-48F8-9665-0259C48EF7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CEED0BF-6CFE-4D39-B55E-EB44EF5736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A5AE706-7945-4C1D-9D38-D5BB5B07E8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18F16-1515-431D-82EE-6E845AA26443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A9A82D3-3E74-40DC-A010-C245A8163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7E0E2D-0349-47A7-819B-3D26A3A56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4F469-9DBD-4BA1-AEFD-0ED2EFAF6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82880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927EE6-0266-4E7B-816E-4BDB01A9E9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64407D-283D-4204-AF5C-DEC0BD46D4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EB60EC5-DB9A-416E-B8E6-8812BC438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18F16-1515-431D-82EE-6E845AA26443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69A3476-1901-4D5F-8027-65C1E146B0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B065E5-90F6-4EC1-83EF-B1E90ED6D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4F469-9DBD-4BA1-AEFD-0ED2EFAF6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51704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8A9ACC-FF82-46D4-BA7C-FFD75C8D2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B68B908-0230-4DBF-B1E4-98E8A73B9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8EC3AA4-5EC4-4A78-9CF5-FD80D3F599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18F16-1515-431D-82EE-6E845AA26443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2A2C2B-6AD2-4FAD-B52D-216D8F9C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C33CD55-6653-4861-B754-A30F57503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4F469-9DBD-4BA1-AEFD-0ED2EFAF6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19914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11B662F-C415-4E5E-9F13-6E34E2E89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360FD9-6F8F-4691-91BF-E1974F784C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5170E9C-6452-4D34-B6E9-F849B108F2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83CBFDB-A6EF-41C6-A62F-248F3D428F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18F16-1515-431D-82EE-6E845AA26443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C7DF500-5A83-4681-9F77-2C2AE34149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FBC4728-356C-4296-93F3-9BE4742134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4F469-9DBD-4BA1-AEFD-0ED2EFAF6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5180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E97721-1F3D-4B7B-8CF7-FA3A7BF0F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6880F2D-16A2-449C-A2C9-8197A05253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48B5F2B-A87A-4452-97B4-E5683D4F2A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CBF95AA-6A68-45EA-B192-C30CDA9447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EFE25B9F-1CA5-46C7-816D-94B627CA9E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6357FABE-BCA1-46A2-BFE6-B7F796A843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18F16-1515-431D-82EE-6E845AA26443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D6CD3254-602D-4207-8083-476A5B881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CCCCBD35-3928-42FA-82A4-9E14DCDF66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4F469-9DBD-4BA1-AEFD-0ED2EFAF6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1864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C6D6FFA-9A33-4F6D-B78B-0F0CD9D77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CDFA576-775E-48FB-8A49-84B2F4DA2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18F16-1515-431D-82EE-6E845AA26443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772A5F4-DBFF-4F30-A274-E4269E2D0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20D611-2EC9-4AE6-A44C-FF1DA40D9E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4F469-9DBD-4BA1-AEFD-0ED2EFAF6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0663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D5B3651-02C3-4D59-9B9D-A12339A4F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18F16-1515-431D-82EE-6E845AA26443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546CAF0-0F41-4CFE-9BF4-A01B3188E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6EC29FD-BE29-4C9E-9596-86989F346A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4F469-9DBD-4BA1-AEFD-0ED2EFAF6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2383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9EECC1-666E-4366-B93E-CD8B0E4332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686EF0-00A8-4584-916D-6F897F330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E4268FC-C368-4810-B801-44FEAE5257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8219509-C6BD-4881-8870-05D7B6BC85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18F16-1515-431D-82EE-6E845AA26443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A7940F62-01EA-4E6D-B0DB-E2B6A3192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E31CE5E-7B76-435F-83CA-682B4BC24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4F469-9DBD-4BA1-AEFD-0ED2EFAF6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31647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64AAB3-6E73-4B34-9705-8E9A0571A1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A59D2FD6-31F1-4535-B4C7-3AA6AE006A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3A34AC2-CE78-45A8-9D36-A557023A8A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7590BD-0218-42F7-A148-56A493326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18F16-1515-431D-82EE-6E845AA26443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D2AD14-4E46-4A78-8A47-F4D21DCBF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87FCFB2-0508-4CF3-B28C-5A846030D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4F469-9DBD-4BA1-AEFD-0ED2EFAF6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65523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9A377B-79C6-4422-8C9C-CAF7B73932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38234D2-50AD-4C17-ACCC-3A8F5C140F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539DCD8-8751-4566-BE83-896E5A5C7F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18F16-1515-431D-82EE-6E845AA26443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705FB5B-4E34-4CEA-AA33-8D78FFE8D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B0109F-C1F4-4197-9F09-969F362E73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4F469-9DBD-4BA1-AEFD-0ED2EFAF6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7243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F7E7C6D-6F4F-4369-93AB-B12E79DADE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CCB77BB-1BF7-4FE8-8CB9-22ED929A49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2FE11F-603B-44B9-BEB6-DA79B6AE5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718F16-1515-431D-82EE-6E845AA26443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3EBE4E-ACE6-41E8-96B1-B6E04E56F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A6EBA3-C4AD-4A48-8865-35D0C3456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4F469-9DBD-4BA1-AEFD-0ED2EFAF6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41828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92580EF-4D48-44DE-A5CB-97D50910C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3846C2E-DBCF-4D20-8833-861452F8D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9BF508-8328-4FDD-9014-DA65B3A56B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718F16-1515-431D-82EE-6E845AA26443}" type="datetimeFigureOut">
              <a:rPr lang="zh-CN" altLang="en-US" smtClean="0"/>
              <a:t>2026/3/14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339B313-8065-4C09-BE8D-078550E09B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6B93161-CED8-4B75-82B3-AD5672D8A0F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4F469-9DBD-4BA1-AEFD-0ED2EFAF625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79975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25DEFF-5FA5-4239-A1A3-9F0F4929D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4837CA8-5FBC-4BB6-8159-6A0A39515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EB2F84D5-8061-4A60-B0EB-196A9926B825}"/>
              </a:ext>
            </a:extLst>
          </p:cNvPr>
          <p:cNvSpPr/>
          <p:nvPr/>
        </p:nvSpPr>
        <p:spPr>
          <a:xfrm>
            <a:off x="1488141" y="2106706"/>
            <a:ext cx="9735671" cy="343348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俯视图</a:t>
            </a:r>
            <a:endParaRPr lang="en-US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769E9BA-2F34-45C3-BD6A-ADD13CCEC916}"/>
              </a:ext>
            </a:extLst>
          </p:cNvPr>
          <p:cNvSpPr/>
          <p:nvPr/>
        </p:nvSpPr>
        <p:spPr>
          <a:xfrm>
            <a:off x="1730189" y="4900985"/>
            <a:ext cx="2832846" cy="77414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1 </a:t>
            </a:r>
            <a:r>
              <a:rPr lang="zh-CN" altLang="en-US" sz="1600" dirty="0">
                <a:solidFill>
                  <a:schemeClr val="tx1"/>
                </a:solidFill>
              </a:rPr>
              <a:t> </a:t>
            </a:r>
            <a:r>
              <a:rPr lang="en-US" altLang="zh-CN" sz="1600" dirty="0">
                <a:solidFill>
                  <a:schemeClr val="tx1"/>
                </a:solidFill>
              </a:rPr>
              <a:t>2  3  4  5  6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7 8 9 10 11 12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18267C1F-A801-4475-8FC8-2B97A5160487}"/>
              </a:ext>
            </a:extLst>
          </p:cNvPr>
          <p:cNvSpPr/>
          <p:nvPr/>
        </p:nvSpPr>
        <p:spPr>
          <a:xfrm>
            <a:off x="1568823" y="1825625"/>
            <a:ext cx="3863788" cy="77414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B1 B2 B3 B4 B5 B6 B7 B8 B9 B10 B11 B12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CD9AF05-E8C0-4FCF-A0A0-1D3867225642}"/>
              </a:ext>
            </a:extLst>
          </p:cNvPr>
          <p:cNvSpPr/>
          <p:nvPr/>
        </p:nvSpPr>
        <p:spPr>
          <a:xfrm>
            <a:off x="5623112" y="1825625"/>
            <a:ext cx="625288" cy="77414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SFP2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DD180B9-C219-4BE7-B01D-70F7C8DFA73E}"/>
              </a:ext>
            </a:extLst>
          </p:cNvPr>
          <p:cNvSpPr/>
          <p:nvPr/>
        </p:nvSpPr>
        <p:spPr>
          <a:xfrm>
            <a:off x="6412007" y="1825625"/>
            <a:ext cx="625288" cy="77414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SFP1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3053ABA0-66D3-49AB-8BE5-75F48C6DD4C5}"/>
              </a:ext>
            </a:extLst>
          </p:cNvPr>
          <p:cNvSpPr/>
          <p:nvPr/>
        </p:nvSpPr>
        <p:spPr>
          <a:xfrm>
            <a:off x="7162240" y="1825625"/>
            <a:ext cx="625288" cy="77414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TRIG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0C3F099-5230-4461-BB46-9B6452E5F359}"/>
              </a:ext>
            </a:extLst>
          </p:cNvPr>
          <p:cNvSpPr/>
          <p:nvPr/>
        </p:nvSpPr>
        <p:spPr>
          <a:xfrm>
            <a:off x="7812181" y="1825625"/>
            <a:ext cx="625288" cy="77414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CLK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77D25805-D2C2-463B-BD51-6D43426D7C3C}"/>
              </a:ext>
            </a:extLst>
          </p:cNvPr>
          <p:cNvSpPr/>
          <p:nvPr/>
        </p:nvSpPr>
        <p:spPr>
          <a:xfrm>
            <a:off x="9879106" y="1789300"/>
            <a:ext cx="1174377" cy="77414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+12V GND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DD6854C-E989-4AF5-B909-6175DF221146}"/>
              </a:ext>
            </a:extLst>
          </p:cNvPr>
          <p:cNvSpPr/>
          <p:nvPr/>
        </p:nvSpPr>
        <p:spPr>
          <a:xfrm>
            <a:off x="5040404" y="4900985"/>
            <a:ext cx="2415991" cy="77414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13  </a:t>
            </a:r>
            <a:r>
              <a:rPr lang="en-US" altLang="zh-CN" sz="1600" dirty="0">
                <a:solidFill>
                  <a:schemeClr val="tx1"/>
                </a:solidFill>
              </a:rPr>
              <a:t>14  15  16  17  18 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19  20  21  22  23  24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4DC6687-5C09-4BF8-B439-32E0E0F33E94}"/>
              </a:ext>
            </a:extLst>
          </p:cNvPr>
          <p:cNvSpPr/>
          <p:nvPr/>
        </p:nvSpPr>
        <p:spPr>
          <a:xfrm>
            <a:off x="8006602" y="4900985"/>
            <a:ext cx="2415991" cy="77414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25  </a:t>
            </a:r>
            <a:r>
              <a:rPr lang="en-US" altLang="zh-CN" sz="1600" dirty="0">
                <a:solidFill>
                  <a:schemeClr val="tx1"/>
                </a:solidFill>
              </a:rPr>
              <a:t>26  27  28  29 30 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31  32  33  34  35  36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014E3EB4-7A36-4447-A3D3-26E6C224B356}"/>
              </a:ext>
            </a:extLst>
          </p:cNvPr>
          <p:cNvSpPr/>
          <p:nvPr/>
        </p:nvSpPr>
        <p:spPr>
          <a:xfrm>
            <a:off x="9011772" y="1825625"/>
            <a:ext cx="798978" cy="77414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600" dirty="0">
                <a:solidFill>
                  <a:schemeClr val="tx1"/>
                </a:solidFill>
              </a:rPr>
              <a:t>开关</a:t>
            </a:r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6753C985-DF9C-4755-9435-FBF49396A4C8}"/>
              </a:ext>
            </a:extLst>
          </p:cNvPr>
          <p:cNvSpPr/>
          <p:nvPr/>
        </p:nvSpPr>
        <p:spPr>
          <a:xfrm>
            <a:off x="8427383" y="1842622"/>
            <a:ext cx="625288" cy="77414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600" dirty="0">
                <a:solidFill>
                  <a:schemeClr val="tx1"/>
                </a:solidFill>
              </a:rPr>
              <a:t>JTAG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063041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C1A3CDD-66C4-48EF-9DEA-CB70564EFC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末端板端口定义</a:t>
            </a:r>
            <a:endParaRPr 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23D76F8-F3E8-40DE-98F0-F4D17A492633}"/>
              </a:ext>
            </a:extLst>
          </p:cNvPr>
          <p:cNvSpPr txBox="1"/>
          <p:nvPr/>
        </p:nvSpPr>
        <p:spPr>
          <a:xfrm>
            <a:off x="1473419" y="2879835"/>
            <a:ext cx="2818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7030A0"/>
                </a:solidFill>
              </a:rPr>
              <a:t>1</a:t>
            </a:r>
          </a:p>
        </p:txBody>
      </p:sp>
      <p:sp>
        <p:nvSpPr>
          <p:cNvPr id="10" name="内容占位符 9">
            <a:extLst>
              <a:ext uri="{FF2B5EF4-FFF2-40B4-BE49-F238E27FC236}">
                <a16:creationId xmlns:a16="http://schemas.microsoft.com/office/drawing/2014/main" id="{D6BB263B-FBB0-4DD7-9578-0025FFC1B8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0679" y="4691088"/>
            <a:ext cx="11032538" cy="2371863"/>
          </a:xfrm>
        </p:spPr>
        <p:txBody>
          <a:bodyPr>
            <a:normAutofit fontScale="85000" lnSpcReduction="10000"/>
          </a:bodyPr>
          <a:lstStyle/>
          <a:p>
            <a:r>
              <a:rPr lang="zh-CN" altLang="en-US" dirty="0"/>
              <a:t>注意：</a:t>
            </a:r>
            <a:r>
              <a:rPr lang="zh-CN" altLang="en-US" b="1" dirty="0">
                <a:solidFill>
                  <a:srgbClr val="FF0000"/>
                </a:solidFill>
                <a:highlight>
                  <a:srgbClr val="FFFF00"/>
                </a:highlight>
              </a:rPr>
              <a:t>窄边是上表面！！！（不能放在其他面上）</a:t>
            </a:r>
            <a:endParaRPr lang="en-US" altLang="zh-CN" b="1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zh-CN" altLang="en-US" dirty="0"/>
              <a:t>组</a:t>
            </a:r>
            <a:r>
              <a:rPr lang="en-US" altLang="zh-CN" dirty="0"/>
              <a:t>1</a:t>
            </a:r>
            <a:r>
              <a:rPr lang="zh-CN" altLang="en-US" dirty="0"/>
              <a:t>：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3</a:t>
            </a:r>
            <a:r>
              <a:rPr lang="zh-CN" altLang="en-US" dirty="0"/>
              <a:t>；组</a:t>
            </a:r>
            <a:r>
              <a:rPr lang="en-US" altLang="zh-CN" dirty="0"/>
              <a:t>2</a:t>
            </a:r>
            <a:r>
              <a:rPr lang="zh-CN" altLang="en-US" dirty="0"/>
              <a:t>：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5</a:t>
            </a:r>
            <a:r>
              <a:rPr lang="zh-CN" altLang="en-US" dirty="0"/>
              <a:t>，</a:t>
            </a:r>
            <a:r>
              <a:rPr lang="en-US" altLang="zh-CN" dirty="0"/>
              <a:t>6</a:t>
            </a:r>
            <a:r>
              <a:rPr lang="zh-CN" altLang="en-US" dirty="0"/>
              <a:t>；组</a:t>
            </a:r>
            <a:r>
              <a:rPr lang="en-US" altLang="zh-CN" dirty="0"/>
              <a:t>3</a:t>
            </a:r>
            <a:r>
              <a:rPr lang="zh-CN" altLang="en-US" dirty="0"/>
              <a:t>：</a:t>
            </a:r>
            <a:r>
              <a:rPr lang="en-US" altLang="zh-CN" dirty="0"/>
              <a:t>7</a:t>
            </a:r>
            <a:r>
              <a:rPr lang="zh-CN" altLang="en-US" dirty="0"/>
              <a:t>，</a:t>
            </a:r>
            <a:r>
              <a:rPr lang="en-US" altLang="zh-CN" dirty="0"/>
              <a:t>8</a:t>
            </a:r>
            <a:r>
              <a:rPr lang="zh-CN" altLang="en-US" dirty="0"/>
              <a:t>，</a:t>
            </a:r>
            <a:r>
              <a:rPr lang="en-US" altLang="zh-CN" dirty="0"/>
              <a:t>9</a:t>
            </a:r>
            <a:r>
              <a:rPr lang="zh-CN" altLang="en-US" dirty="0"/>
              <a:t>：对应第</a:t>
            </a:r>
            <a:r>
              <a:rPr lang="en-US" altLang="zh-CN" dirty="0"/>
              <a:t>1</a:t>
            </a:r>
            <a:r>
              <a:rPr lang="zh-CN" altLang="en-US" dirty="0"/>
              <a:t>个机箱；</a:t>
            </a:r>
            <a:endParaRPr lang="en-US" altLang="zh-CN" dirty="0"/>
          </a:p>
          <a:p>
            <a:r>
              <a:rPr lang="zh-CN" altLang="en-US" dirty="0"/>
              <a:t>组</a:t>
            </a:r>
            <a:r>
              <a:rPr lang="en-US" altLang="zh-CN" dirty="0"/>
              <a:t>4</a:t>
            </a:r>
            <a:r>
              <a:rPr lang="zh-CN" altLang="en-US" dirty="0"/>
              <a:t>：</a:t>
            </a:r>
            <a:r>
              <a:rPr lang="en-US" altLang="zh-CN" dirty="0"/>
              <a:t>10</a:t>
            </a:r>
            <a:r>
              <a:rPr lang="zh-CN" altLang="en-US" dirty="0"/>
              <a:t>，</a:t>
            </a:r>
            <a:r>
              <a:rPr lang="en-US" altLang="zh-CN" dirty="0"/>
              <a:t>11</a:t>
            </a:r>
            <a:r>
              <a:rPr lang="zh-CN" altLang="en-US" dirty="0"/>
              <a:t>，</a:t>
            </a:r>
            <a:r>
              <a:rPr lang="en-US" altLang="zh-CN" dirty="0"/>
              <a:t>12</a:t>
            </a:r>
            <a:r>
              <a:rPr lang="zh-CN" altLang="en-US" dirty="0"/>
              <a:t>；组</a:t>
            </a:r>
            <a:r>
              <a:rPr lang="en-US" altLang="zh-CN" dirty="0"/>
              <a:t>5</a:t>
            </a:r>
            <a:r>
              <a:rPr lang="zh-CN" altLang="en-US" dirty="0"/>
              <a:t>：</a:t>
            </a:r>
            <a:r>
              <a:rPr lang="en-US" altLang="zh-CN" dirty="0"/>
              <a:t>13</a:t>
            </a:r>
            <a:r>
              <a:rPr lang="zh-CN" altLang="en-US" dirty="0"/>
              <a:t>，</a:t>
            </a:r>
            <a:r>
              <a:rPr lang="en-US" altLang="zh-CN" dirty="0"/>
              <a:t>14</a:t>
            </a:r>
            <a:r>
              <a:rPr lang="zh-CN" altLang="en-US" dirty="0"/>
              <a:t>，</a:t>
            </a:r>
            <a:r>
              <a:rPr lang="en-US" altLang="zh-CN" dirty="0"/>
              <a:t>15</a:t>
            </a:r>
            <a:r>
              <a:rPr lang="zh-CN" altLang="en-US" dirty="0"/>
              <a:t>；组</a:t>
            </a:r>
            <a:r>
              <a:rPr lang="en-US" altLang="zh-CN" dirty="0"/>
              <a:t>6</a:t>
            </a:r>
            <a:r>
              <a:rPr lang="zh-CN" altLang="en-US" dirty="0"/>
              <a:t>：</a:t>
            </a:r>
            <a:r>
              <a:rPr lang="en-US" altLang="zh-CN" dirty="0"/>
              <a:t>16</a:t>
            </a:r>
            <a:r>
              <a:rPr lang="zh-CN" altLang="en-US" dirty="0"/>
              <a:t>，</a:t>
            </a:r>
            <a:r>
              <a:rPr lang="en-US" altLang="zh-CN" dirty="0"/>
              <a:t>17</a:t>
            </a:r>
            <a:r>
              <a:rPr lang="zh-CN" altLang="en-US" dirty="0"/>
              <a:t>，</a:t>
            </a:r>
            <a:r>
              <a:rPr lang="en-US" altLang="zh-CN" dirty="0"/>
              <a:t>18</a:t>
            </a:r>
            <a:r>
              <a:rPr lang="zh-CN" altLang="en-US" dirty="0"/>
              <a:t>：对应第</a:t>
            </a:r>
            <a:r>
              <a:rPr lang="en-US" altLang="zh-CN" dirty="0"/>
              <a:t>2</a:t>
            </a:r>
            <a:r>
              <a:rPr lang="zh-CN" altLang="en-US" dirty="0"/>
              <a:t>个机箱；</a:t>
            </a:r>
            <a:endParaRPr lang="en-US" altLang="zh-CN" dirty="0"/>
          </a:p>
          <a:p>
            <a:r>
              <a:rPr lang="zh-CN" altLang="en-US" dirty="0"/>
              <a:t>组</a:t>
            </a:r>
            <a:r>
              <a:rPr lang="en-US" altLang="zh-CN" dirty="0"/>
              <a:t>7</a:t>
            </a:r>
            <a:r>
              <a:rPr lang="zh-CN" altLang="en-US" dirty="0"/>
              <a:t>：</a:t>
            </a:r>
            <a:r>
              <a:rPr lang="en-US" altLang="zh-CN" dirty="0"/>
              <a:t>19</a:t>
            </a:r>
            <a:r>
              <a:rPr lang="zh-CN" altLang="en-US" dirty="0"/>
              <a:t>，</a:t>
            </a:r>
            <a:r>
              <a:rPr lang="en-US" altLang="zh-CN" dirty="0"/>
              <a:t>20</a:t>
            </a:r>
            <a:r>
              <a:rPr lang="zh-CN" altLang="en-US" dirty="0"/>
              <a:t>，</a:t>
            </a:r>
            <a:r>
              <a:rPr lang="en-US" altLang="zh-CN" dirty="0"/>
              <a:t>21</a:t>
            </a:r>
            <a:r>
              <a:rPr lang="zh-CN" altLang="en-US" dirty="0"/>
              <a:t>；组</a:t>
            </a:r>
            <a:r>
              <a:rPr lang="en-US" altLang="zh-CN" dirty="0"/>
              <a:t>8</a:t>
            </a:r>
            <a:r>
              <a:rPr lang="zh-CN" altLang="en-US" dirty="0"/>
              <a:t>：</a:t>
            </a:r>
            <a:r>
              <a:rPr lang="en-US" altLang="zh-CN" dirty="0"/>
              <a:t>22</a:t>
            </a:r>
            <a:r>
              <a:rPr lang="zh-CN" altLang="en-US" dirty="0"/>
              <a:t>，</a:t>
            </a:r>
            <a:r>
              <a:rPr lang="en-US" altLang="zh-CN" dirty="0"/>
              <a:t>23</a:t>
            </a:r>
            <a:r>
              <a:rPr lang="zh-CN" altLang="en-US" dirty="0"/>
              <a:t>，</a:t>
            </a:r>
            <a:r>
              <a:rPr lang="en-US" altLang="zh-CN" dirty="0"/>
              <a:t>24</a:t>
            </a:r>
            <a:r>
              <a:rPr lang="zh-CN" altLang="en-US" dirty="0"/>
              <a:t>；组</a:t>
            </a:r>
            <a:r>
              <a:rPr lang="en-US" altLang="zh-CN" dirty="0"/>
              <a:t>9</a:t>
            </a:r>
            <a:r>
              <a:rPr lang="zh-CN" altLang="en-US" dirty="0"/>
              <a:t>：</a:t>
            </a:r>
            <a:r>
              <a:rPr lang="en-US" altLang="zh-CN" dirty="0"/>
              <a:t>25</a:t>
            </a:r>
            <a:r>
              <a:rPr lang="zh-CN" altLang="en-US" dirty="0"/>
              <a:t>，</a:t>
            </a:r>
            <a:r>
              <a:rPr lang="en-US" altLang="zh-CN" dirty="0"/>
              <a:t>26</a:t>
            </a:r>
            <a:r>
              <a:rPr lang="zh-CN" altLang="en-US" dirty="0"/>
              <a:t>，</a:t>
            </a:r>
            <a:r>
              <a:rPr lang="en-US" altLang="zh-CN" dirty="0"/>
              <a:t>27</a:t>
            </a:r>
            <a:r>
              <a:rPr lang="zh-CN" altLang="en-US" dirty="0"/>
              <a:t>：对应第</a:t>
            </a:r>
            <a:r>
              <a:rPr lang="en-US" altLang="zh-CN" dirty="0"/>
              <a:t>3</a:t>
            </a:r>
            <a:r>
              <a:rPr lang="zh-CN" altLang="en-US" dirty="0"/>
              <a:t>个机箱；</a:t>
            </a:r>
            <a:endParaRPr lang="en-US" altLang="zh-CN" dirty="0"/>
          </a:p>
          <a:p>
            <a:r>
              <a:rPr lang="zh-CN" altLang="en-US" dirty="0"/>
              <a:t>组</a:t>
            </a:r>
            <a:r>
              <a:rPr lang="en-US" altLang="zh-CN" dirty="0"/>
              <a:t>10</a:t>
            </a:r>
            <a:r>
              <a:rPr lang="zh-CN" altLang="en-US" dirty="0"/>
              <a:t>：</a:t>
            </a:r>
            <a:r>
              <a:rPr lang="en-US" altLang="zh-CN" dirty="0"/>
              <a:t>28</a:t>
            </a:r>
            <a:r>
              <a:rPr lang="zh-CN" altLang="en-US" dirty="0"/>
              <a:t>，</a:t>
            </a:r>
            <a:r>
              <a:rPr lang="en-US" altLang="zh-CN" dirty="0"/>
              <a:t>29</a:t>
            </a:r>
            <a:r>
              <a:rPr lang="zh-CN" altLang="en-US" dirty="0"/>
              <a:t>，</a:t>
            </a:r>
            <a:r>
              <a:rPr lang="en-US" altLang="zh-CN" dirty="0"/>
              <a:t>30</a:t>
            </a:r>
            <a:r>
              <a:rPr lang="zh-CN" altLang="en-US" dirty="0"/>
              <a:t>；组</a:t>
            </a:r>
            <a:r>
              <a:rPr lang="en-US" altLang="zh-CN" dirty="0"/>
              <a:t>11</a:t>
            </a:r>
            <a:r>
              <a:rPr lang="zh-CN" altLang="en-US" dirty="0"/>
              <a:t>：</a:t>
            </a:r>
            <a:r>
              <a:rPr lang="en-US" altLang="zh-CN" dirty="0"/>
              <a:t>31</a:t>
            </a:r>
            <a:r>
              <a:rPr lang="zh-CN" altLang="en-US" dirty="0"/>
              <a:t>，</a:t>
            </a:r>
            <a:r>
              <a:rPr lang="en-US" altLang="zh-CN" dirty="0"/>
              <a:t>32</a:t>
            </a:r>
            <a:r>
              <a:rPr lang="zh-CN" altLang="en-US" dirty="0"/>
              <a:t>，</a:t>
            </a:r>
            <a:r>
              <a:rPr lang="en-US" altLang="zh-CN" dirty="0"/>
              <a:t>33</a:t>
            </a:r>
            <a:r>
              <a:rPr lang="zh-CN" altLang="en-US" dirty="0"/>
              <a:t>；组</a:t>
            </a:r>
            <a:r>
              <a:rPr lang="en-US" altLang="zh-CN" dirty="0"/>
              <a:t>12</a:t>
            </a:r>
            <a:r>
              <a:rPr lang="zh-CN" altLang="en-US" dirty="0"/>
              <a:t>：</a:t>
            </a:r>
            <a:r>
              <a:rPr lang="en-US" altLang="zh-CN" dirty="0"/>
              <a:t>34</a:t>
            </a:r>
            <a:r>
              <a:rPr lang="zh-CN" altLang="en-US" dirty="0"/>
              <a:t>，</a:t>
            </a:r>
            <a:r>
              <a:rPr lang="en-US" altLang="zh-CN" dirty="0"/>
              <a:t>35</a:t>
            </a:r>
            <a:r>
              <a:rPr lang="zh-CN" altLang="en-US" dirty="0"/>
              <a:t>，</a:t>
            </a:r>
            <a:r>
              <a:rPr lang="en-US" altLang="zh-CN" dirty="0"/>
              <a:t>36</a:t>
            </a:r>
            <a:r>
              <a:rPr lang="zh-CN" altLang="en-US" dirty="0"/>
              <a:t>：对应第</a:t>
            </a:r>
            <a:r>
              <a:rPr lang="en-US" altLang="zh-CN" dirty="0"/>
              <a:t>4</a:t>
            </a:r>
            <a:r>
              <a:rPr lang="zh-CN" altLang="en-US" dirty="0"/>
              <a:t>个机箱；</a:t>
            </a:r>
            <a:endParaRPr lang="en-US" dirty="0"/>
          </a:p>
          <a:p>
            <a:endParaRPr lang="en-US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8A50EB3A-12AF-458D-A1F2-3393EEF347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679" y="1779176"/>
            <a:ext cx="9850225" cy="2753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130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CB6E61BC-F317-4E63-BA6F-FE7F19BEAAD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667" b="47179"/>
          <a:stretch/>
        </p:blipFill>
        <p:spPr>
          <a:xfrm>
            <a:off x="1152935" y="2703634"/>
            <a:ext cx="9147575" cy="1450731"/>
          </a:xfrm>
          <a:prstGeom prst="rect">
            <a:avLst/>
          </a:prstGeom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DAA9A32-7BEC-4CD5-B61E-A59525290036}"/>
              </a:ext>
            </a:extLst>
          </p:cNvPr>
          <p:cNvSpPr/>
          <p:nvPr/>
        </p:nvSpPr>
        <p:spPr>
          <a:xfrm>
            <a:off x="1392447" y="3006491"/>
            <a:ext cx="997580" cy="26033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GND +12V 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372EE66-3E80-4491-8146-5A720E926AEF}"/>
              </a:ext>
            </a:extLst>
          </p:cNvPr>
          <p:cNvSpPr/>
          <p:nvPr/>
        </p:nvSpPr>
        <p:spPr>
          <a:xfrm>
            <a:off x="2404894" y="3006491"/>
            <a:ext cx="519090" cy="26033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</a:rPr>
              <a:t>开关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3D66E4D-0652-440F-96A0-2874EDD031D1}"/>
              </a:ext>
            </a:extLst>
          </p:cNvPr>
          <p:cNvSpPr/>
          <p:nvPr/>
        </p:nvSpPr>
        <p:spPr>
          <a:xfrm>
            <a:off x="4408672" y="3010159"/>
            <a:ext cx="519090" cy="26033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CLK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0D32C1D6-11E7-492C-AB5F-450D07160843}"/>
              </a:ext>
            </a:extLst>
          </p:cNvPr>
          <p:cNvSpPr/>
          <p:nvPr/>
        </p:nvSpPr>
        <p:spPr>
          <a:xfrm>
            <a:off x="4966679" y="3006491"/>
            <a:ext cx="519090" cy="26033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TRIG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08C52218-5BF5-4E9C-8021-F397F436E75B}"/>
              </a:ext>
            </a:extLst>
          </p:cNvPr>
          <p:cNvSpPr/>
          <p:nvPr/>
        </p:nvSpPr>
        <p:spPr>
          <a:xfrm>
            <a:off x="5511141" y="3006491"/>
            <a:ext cx="519090" cy="26033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SFP1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DDF4B67-F0C8-46AF-9D46-F632A7431F09}"/>
              </a:ext>
            </a:extLst>
          </p:cNvPr>
          <p:cNvSpPr/>
          <p:nvPr/>
        </p:nvSpPr>
        <p:spPr>
          <a:xfrm>
            <a:off x="6161516" y="3006491"/>
            <a:ext cx="519090" cy="26033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 dirty="0">
                <a:solidFill>
                  <a:schemeClr val="tx1"/>
                </a:solidFill>
              </a:rPr>
              <a:t>SFP2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045C568-327A-4F83-A7C7-0941C61E4ADC}"/>
              </a:ext>
            </a:extLst>
          </p:cNvPr>
          <p:cNvSpPr/>
          <p:nvPr/>
        </p:nvSpPr>
        <p:spPr>
          <a:xfrm>
            <a:off x="6731351" y="3006491"/>
            <a:ext cx="3003003" cy="26033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B12 B11 B10 B9 B8 B7 B6 B5 B4 B3 B2 B1</a:t>
            </a:r>
            <a:endParaRPr lang="en-US" sz="1200" dirty="0">
              <a:solidFill>
                <a:schemeClr val="tx1"/>
              </a:solidFill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B6DAF090-3834-43BB-9BC8-5900735AE509}"/>
              </a:ext>
            </a:extLst>
          </p:cNvPr>
          <p:cNvSpPr/>
          <p:nvPr/>
        </p:nvSpPr>
        <p:spPr>
          <a:xfrm>
            <a:off x="3674120" y="3006491"/>
            <a:ext cx="519090" cy="26033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</a:rPr>
              <a:t>JTAG</a:t>
            </a:r>
            <a:endParaRPr lang="en-US" sz="1200" dirty="0">
              <a:solidFill>
                <a:schemeClr val="tx1"/>
              </a:solidFill>
            </a:endParaRPr>
          </a:p>
        </p:txBody>
      </p:sp>
      <p:cxnSp>
        <p:nvCxnSpPr>
          <p:cNvPr id="3" name="直接箭头连接符 2">
            <a:extLst>
              <a:ext uri="{FF2B5EF4-FFF2-40B4-BE49-F238E27FC236}">
                <a16:creationId xmlns:a16="http://schemas.microsoft.com/office/drawing/2014/main" id="{1B36CE57-0454-4959-BD62-CDEA09B24F26}"/>
              </a:ext>
            </a:extLst>
          </p:cNvPr>
          <p:cNvCxnSpPr/>
          <p:nvPr/>
        </p:nvCxnSpPr>
        <p:spPr>
          <a:xfrm>
            <a:off x="3953435" y="3266821"/>
            <a:ext cx="0" cy="2294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4CAE3AA4-A3B6-429D-9426-B8D97D97795C}"/>
              </a:ext>
            </a:extLst>
          </p:cNvPr>
          <p:cNvCxnSpPr/>
          <p:nvPr/>
        </p:nvCxnSpPr>
        <p:spPr>
          <a:xfrm>
            <a:off x="2148840" y="3200400"/>
            <a:ext cx="106680" cy="2958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FEC8F0A9-169A-4C0C-98FF-FBC74482605A}"/>
              </a:ext>
            </a:extLst>
          </p:cNvPr>
          <p:cNvCxnSpPr>
            <a:stCxn id="6" idx="2"/>
          </p:cNvCxnSpPr>
          <p:nvPr/>
        </p:nvCxnSpPr>
        <p:spPr>
          <a:xfrm>
            <a:off x="1891237" y="3266821"/>
            <a:ext cx="189023" cy="3243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1EFCCBEB-43BE-4D1C-8E57-B82B8F59605E}"/>
              </a:ext>
            </a:extLst>
          </p:cNvPr>
          <p:cNvCxnSpPr/>
          <p:nvPr/>
        </p:nvCxnSpPr>
        <p:spPr>
          <a:xfrm>
            <a:off x="4594860" y="3139440"/>
            <a:ext cx="129540" cy="289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E278B858-8341-475C-9405-3A9433177795}"/>
              </a:ext>
            </a:extLst>
          </p:cNvPr>
          <p:cNvCxnSpPr/>
          <p:nvPr/>
        </p:nvCxnSpPr>
        <p:spPr>
          <a:xfrm flipH="1">
            <a:off x="5029200" y="3139440"/>
            <a:ext cx="152400" cy="2895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90300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E02E8C6-33E7-477A-B0A6-4134881074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需求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6E4D25C-3C35-4410-A155-8C42AEA1A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字迹清晰</a:t>
            </a:r>
            <a:endParaRPr lang="en-US" altLang="zh-CN" dirty="0"/>
          </a:p>
          <a:p>
            <a:r>
              <a:rPr lang="zh-CN" altLang="en-US" dirty="0"/>
              <a:t>位置与端口对应</a:t>
            </a:r>
            <a:endParaRPr lang="en-US" altLang="zh-CN" dirty="0"/>
          </a:p>
          <a:p>
            <a:r>
              <a:rPr lang="zh-CN" altLang="en-US" dirty="0"/>
              <a:t>命名不能搞错</a:t>
            </a:r>
          </a:p>
        </p:txBody>
      </p:sp>
    </p:spTree>
    <p:extLst>
      <p:ext uri="{BB962C8B-B14F-4D97-AF65-F5344CB8AC3E}">
        <p14:creationId xmlns:p14="http://schemas.microsoft.com/office/powerpoint/2010/main" val="767935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4237</TotalTime>
  <Words>248</Words>
  <Application>Microsoft Office PowerPoint</Application>
  <PresentationFormat>宽屏</PresentationFormat>
  <Paragraphs>34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末端板端口定义</vt:lpstr>
      <vt:lpstr>PowerPoint 演示文稿</vt:lpstr>
      <vt:lpstr>需求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YangFu</dc:creator>
  <cp:lastModifiedBy>DELL</cp:lastModifiedBy>
  <cp:revision>128</cp:revision>
  <dcterms:created xsi:type="dcterms:W3CDTF">2026-01-12T02:00:03Z</dcterms:created>
  <dcterms:modified xsi:type="dcterms:W3CDTF">2026-03-14T03:36:27Z</dcterms:modified>
</cp:coreProperties>
</file>