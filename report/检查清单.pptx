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A8DBF1-B4E0-4EBE-90B6-4C473BB3D3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4FB64A4-82D5-4D14-9B3F-555DD8D8C3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043E59-F5DC-4915-895F-1179A50B4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DD465-8990-479D-B9BA-F77317ED14C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6B0B8E-1CDB-4FC5-94E5-A60FF74D4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A03123-EBB4-4CE2-AF18-DC04EF35E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3CB9F-73CF-4643-9B23-701116070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118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E8102E-A111-44E9-93F9-64BDCDF84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AF6464-9667-4F77-A585-72F42BCA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B77510-8985-4177-9B57-6734D26C7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DD465-8990-479D-B9BA-F77317ED14C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16620F-C6DD-4F81-A6DD-FE00717A9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3696B6-1986-4606-BC8A-DAC88237C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3CB9F-73CF-4643-9B23-701116070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417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E0E974-F81E-4536-A37B-029ABB40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0BBD5D-15BC-4138-9BF9-C760B4869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FA1A2F-3ECC-4141-8645-2E84D3BAF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DD465-8990-479D-B9BA-F77317ED14C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725E0B-F094-4920-9163-F9C7285DC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ACDE87-C94D-4558-99E3-CB67293B1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3CB9F-73CF-4643-9B23-701116070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680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ACAEB3-6655-484A-B901-8151EDBD9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E19DAD-A3EA-4815-BBF6-D037935E8C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CF4B48-B106-4792-8BEC-DA62923710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F4F9AD-73DB-43AC-B121-02DB24063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DD465-8990-479D-B9BA-F77317ED14C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91CDF6-A471-42C5-9FD5-6F4C8C2B4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877E88-74B9-4295-B44D-A0E536F6E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3CB9F-73CF-4643-9B23-701116070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05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B01AB4-736B-4042-BAEB-B44D163F4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FB91AE-F5B7-4D18-9EBB-B76C3237D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5D0F8D-9D2A-4884-B0FC-5B14C9384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FF9EAB3-C5F1-457B-9F43-4C3D55D85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BF8C39E-FD7B-42A9-9230-94828F3D26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C28A898-FC36-4B99-8889-1513CCF0A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DD465-8990-479D-B9BA-F77317ED14C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8F7D95E-80CF-4194-816F-D7A67C448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38CD594-B1BA-45DB-A666-F60995191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3CB9F-73CF-4643-9B23-701116070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972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977095-9951-4312-8212-1891F526F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29AE518-3277-44B2-9BFE-02295F55A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DD465-8990-479D-B9BA-F77317ED14C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64B3FF-9B63-4313-8B63-CFEFB15EC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253C577-CA4C-451D-A148-86488393B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3CB9F-73CF-4643-9B23-701116070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884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3025DCD-77CF-42B9-AF4F-613000C2E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DD465-8990-479D-B9BA-F77317ED14C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91AE2C6-ECE4-47D1-952A-B9948733F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62AE17-DB73-49E7-9470-44636B06F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3CB9F-73CF-4643-9B23-701116070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98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EA9E14-D318-4B87-B753-914B0EBD5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EAE2E3-C9F1-444D-BCAF-D198782E0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85F645-3863-49E5-86D5-40A83DC0A6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719474-B873-4837-91B7-1B56FF0B0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DD465-8990-479D-B9BA-F77317ED14C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946FC7-C6D5-435C-9C37-28543FF5D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A9BCF2-C5BF-49F5-B451-A8E3E89EA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3CB9F-73CF-4643-9B23-701116070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013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B801F7-4EC4-4876-B47A-60A6FCF5E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FCE1D81-DE03-48C2-852A-BA6EF671F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1C7276-DAD4-459B-93C4-6CF6F37F1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C811E9-2991-46FF-BBD2-A245BA324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DD465-8990-479D-B9BA-F77317ED14C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4E4070-0D7A-4F45-90E6-B2FD8CF1F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810E4E-157B-4D84-AEE0-5455148A1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3CB9F-73CF-4643-9B23-701116070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470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4BAED9-3EE5-4722-B772-1F921B950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19B6A2-C82D-496B-9D52-888B304AE8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03085A-0850-4683-9875-8F9C40961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DD465-8990-479D-B9BA-F77317ED14C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4BF164-86C4-4C6A-A540-52453DBB6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EC2260-FDF4-429D-B6D4-80886954B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3CB9F-73CF-4643-9B23-701116070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38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1B1E9DE-0637-4DE5-9DA4-221C77A21C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31E80E8-D8D4-4408-AA9A-BBA2838108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D7855F-4564-4CCA-950E-CD8A5B32F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DD465-8990-479D-B9BA-F77317ED14C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A61B58-6A3B-4411-8B50-50CA11B6E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720F54-C32A-4A2F-B1C7-15B882287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3CB9F-73CF-4643-9B23-701116070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87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14F3916-BC5E-415F-8323-C39B1FA7B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595C59-DC56-43EF-B4B9-07D7C2960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0815CE-53E8-42FE-995E-73A8FE31C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9DD465-8990-479D-B9BA-F77317ED14C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4408E5-6BE6-4ACD-B042-D70329D6F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016FB0-43A6-4F0D-A3D4-58EB6F3C6E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43CB9F-73CF-4643-9B23-701116070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618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957ED0-33D2-4BB3-B959-5BD44376BC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8A749E-4030-4790-B4C9-68432E96CF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628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6F37DD-1BB2-47DD-86C3-392FC0545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E1FB33A1-EED2-47E3-9327-AA2C0D4265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1529270"/>
              </p:ext>
            </p:extLst>
          </p:nvPr>
        </p:nvGraphicFramePr>
        <p:xfrm>
          <a:off x="838200" y="1825625"/>
          <a:ext cx="10515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0267">
                  <a:extLst>
                    <a:ext uri="{9D8B030D-6E8A-4147-A177-3AD203B41FA5}">
                      <a16:colId xmlns:a16="http://schemas.microsoft.com/office/drawing/2014/main" val="3759510214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1258031957"/>
                    </a:ext>
                  </a:extLst>
                </a:gridCol>
                <a:gridCol w="1488898">
                  <a:extLst>
                    <a:ext uri="{9D8B030D-6E8A-4147-A177-3AD203B41FA5}">
                      <a16:colId xmlns:a16="http://schemas.microsoft.com/office/drawing/2014/main" val="2749140794"/>
                    </a:ext>
                  </a:extLst>
                </a:gridCol>
                <a:gridCol w="1467293">
                  <a:extLst>
                    <a:ext uri="{9D8B030D-6E8A-4147-A177-3AD203B41FA5}">
                      <a16:colId xmlns:a16="http://schemas.microsoft.com/office/drawing/2014/main" val="2218348948"/>
                    </a:ext>
                  </a:extLst>
                </a:gridCol>
                <a:gridCol w="1311671">
                  <a:extLst>
                    <a:ext uri="{9D8B030D-6E8A-4147-A177-3AD203B41FA5}">
                      <a16:colId xmlns:a16="http://schemas.microsoft.com/office/drawing/2014/main" val="576717259"/>
                    </a:ext>
                  </a:extLst>
                </a:gridCol>
                <a:gridCol w="1311671">
                  <a:extLst>
                    <a:ext uri="{9D8B030D-6E8A-4147-A177-3AD203B41FA5}">
                      <a16:colId xmlns:a16="http://schemas.microsoft.com/office/drawing/2014/main" val="34680492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时钟线（触发线）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数据线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电源线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介质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协议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13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JUNO LPMT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铜缆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传统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0373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LAHSSO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光纤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WR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475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JUNO OSIRIS 8”PMT</a:t>
                      </a:r>
                      <a:r>
                        <a:rPr lang="zh-CN" altLang="en-US" dirty="0"/>
                        <a:t>电子学</a:t>
                      </a:r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铜缆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220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CEPC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zh-CN" altLang="en-US" dirty="0"/>
                        <a:t>无线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毫米波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？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25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014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137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93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5523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6D31B5-608D-47A0-B401-CBDAC81C1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3F29144F-6A7F-46C3-A963-B4CC9D5857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5453664"/>
              </p:ext>
            </p:extLst>
          </p:nvPr>
        </p:nvGraphicFramePr>
        <p:xfrm>
          <a:off x="838200" y="1825625"/>
          <a:ext cx="10515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0376549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1856416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2780849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0677412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73347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Power Interface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DAC output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445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TDC board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398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732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40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2751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929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922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2844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0AB08D-1A3B-422A-A962-9B2428568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TDC board</a:t>
            </a:r>
            <a:r>
              <a:rPr lang="zh-CN" altLang="en-US" dirty="0"/>
              <a:t> </a:t>
            </a:r>
            <a:r>
              <a:rPr lang="en-US" altLang="zh-CN" dirty="0"/>
              <a:t>check list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4D813B-DAE1-43D8-973E-9322CBBE8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altLang="zh-CN" dirty="0"/>
              <a:t>Power Interface</a:t>
            </a:r>
            <a:r>
              <a:rPr lang="zh-CN" altLang="en-US" dirty="0"/>
              <a:t>： 确认修改正确，专门从江门寄回线缆进行验证；</a:t>
            </a:r>
            <a:endParaRPr lang="en-US" altLang="zh-CN" dirty="0"/>
          </a:p>
          <a:p>
            <a:r>
              <a:rPr lang="en-US" dirty="0"/>
              <a:t>2. </a:t>
            </a:r>
            <a:r>
              <a:rPr lang="en-US" altLang="zh-CN" dirty="0"/>
              <a:t>DAC </a:t>
            </a:r>
            <a:r>
              <a:rPr lang="zh-CN" altLang="en-US" dirty="0"/>
              <a:t>运放：确认正常工作，设定</a:t>
            </a:r>
            <a:r>
              <a:rPr lang="en-US" altLang="zh-CN" dirty="0"/>
              <a:t>500 mV</a:t>
            </a:r>
            <a:r>
              <a:rPr lang="zh-CN" altLang="en-US" dirty="0"/>
              <a:t>，输出</a:t>
            </a:r>
            <a:r>
              <a:rPr lang="en-US" altLang="zh-CN" dirty="0"/>
              <a:t>499 mV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dirty="0"/>
              <a:t>3. </a:t>
            </a:r>
            <a:r>
              <a:rPr lang="en-US" altLang="zh-CN" dirty="0"/>
              <a:t>JTAG</a:t>
            </a:r>
            <a:r>
              <a:rPr lang="zh-CN" altLang="en-US"/>
              <a:t>插针：未焊接；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605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97</Words>
  <Application>Microsoft Office PowerPoint</Application>
  <PresentationFormat>宽屏</PresentationFormat>
  <Paragraphs>33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TDC board check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DELL</cp:lastModifiedBy>
  <cp:revision>2</cp:revision>
  <dcterms:created xsi:type="dcterms:W3CDTF">2026-02-09T07:01:36Z</dcterms:created>
  <dcterms:modified xsi:type="dcterms:W3CDTF">2026-02-09T08:42:03Z</dcterms:modified>
</cp:coreProperties>
</file>